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8" r:id="rId2"/>
    <p:sldId id="279" r:id="rId3"/>
    <p:sldId id="282" r:id="rId4"/>
    <p:sldId id="261" r:id="rId5"/>
    <p:sldId id="262" r:id="rId6"/>
    <p:sldId id="280" r:id="rId7"/>
    <p:sldId id="264" r:id="rId8"/>
    <p:sldId id="265" r:id="rId9"/>
    <p:sldId id="266" r:id="rId10"/>
    <p:sldId id="267" r:id="rId11"/>
    <p:sldId id="276" r:id="rId12"/>
    <p:sldId id="268" r:id="rId13"/>
    <p:sldId id="277" r:id="rId14"/>
    <p:sldId id="285" r:id="rId15"/>
    <p:sldId id="270" r:id="rId16"/>
    <p:sldId id="287" r:id="rId17"/>
    <p:sldId id="284" r:id="rId18"/>
    <p:sldId id="272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A00"/>
    <a:srgbClr val="FFFFFF"/>
    <a:srgbClr val="FFC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0616E-9FDF-4678-B0D6-C793B6442834}" v="1" dt="2026-09-16T17:08:32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2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rina Ferreira" userId="5d2e9976002e8f1e" providerId="LiveId" clId="{2F2C7093-FB0C-40C3-9B86-D174921CD47A}"/>
    <pc:docChg chg="custSel modSld">
      <pc:chgData name="Sabrina Ferreira" userId="5d2e9976002e8f1e" providerId="LiveId" clId="{2F2C7093-FB0C-40C3-9B86-D174921CD47A}" dt="2026-09-16T17:09:58.525" v="35" actId="1076"/>
      <pc:docMkLst>
        <pc:docMk/>
      </pc:docMkLst>
      <pc:sldChg chg="addSp delSp modSp mod">
        <pc:chgData name="Sabrina Ferreira" userId="5d2e9976002e8f1e" providerId="LiveId" clId="{2F2C7093-FB0C-40C3-9B86-D174921CD47A}" dt="2026-09-16T17:09:58.525" v="35" actId="1076"/>
        <pc:sldMkLst>
          <pc:docMk/>
          <pc:sldMk cId="3037106003" sldId="272"/>
        </pc:sldMkLst>
        <pc:spChg chg="del mod">
          <ac:chgData name="Sabrina Ferreira" userId="5d2e9976002e8f1e" providerId="LiveId" clId="{2F2C7093-FB0C-40C3-9B86-D174921CD47A}" dt="2026-09-16T17:02:56.570" v="15" actId="478"/>
          <ac:spMkLst>
            <pc:docMk/>
            <pc:sldMk cId="3037106003" sldId="272"/>
            <ac:spMk id="10" creationId="{00000000-0000-0000-0000-000000000000}"/>
          </ac:spMkLst>
        </pc:spChg>
        <pc:spChg chg="del">
          <ac:chgData name="Sabrina Ferreira" userId="5d2e9976002e8f1e" providerId="LiveId" clId="{2F2C7093-FB0C-40C3-9B86-D174921CD47A}" dt="2026-09-16T17:02:59.635" v="16" actId="478"/>
          <ac:spMkLst>
            <pc:docMk/>
            <pc:sldMk cId="3037106003" sldId="272"/>
            <ac:spMk id="17" creationId="{00000000-0000-0000-0000-000000000000}"/>
          </ac:spMkLst>
        </pc:spChg>
        <pc:picChg chg="add mod">
          <ac:chgData name="Sabrina Ferreira" userId="5d2e9976002e8f1e" providerId="LiveId" clId="{2F2C7093-FB0C-40C3-9B86-D174921CD47A}" dt="2026-09-16T17:08:54.461" v="28" actId="1076"/>
          <ac:picMkLst>
            <pc:docMk/>
            <pc:sldMk cId="3037106003" sldId="272"/>
            <ac:picMk id="6" creationId="{28D34ABC-99F2-7C9D-E370-BB6F798C7230}"/>
          </ac:picMkLst>
        </pc:picChg>
        <pc:picChg chg="add mod">
          <ac:chgData name="Sabrina Ferreira" userId="5d2e9976002e8f1e" providerId="LiveId" clId="{2F2C7093-FB0C-40C3-9B86-D174921CD47A}" dt="2026-09-16T17:09:58.525" v="35" actId="1076"/>
          <ac:picMkLst>
            <pc:docMk/>
            <pc:sldMk cId="3037106003" sldId="272"/>
            <ac:picMk id="8" creationId="{0A9FE75C-0697-D523-E4B9-2B55CC7B0D54}"/>
          </ac:picMkLst>
        </pc:picChg>
        <pc:picChg chg="del">
          <ac:chgData name="Sabrina Ferreira" userId="5d2e9976002e8f1e" providerId="LiveId" clId="{2F2C7093-FB0C-40C3-9B86-D174921CD47A}" dt="2026-09-16T17:03:02.745" v="17" actId="478"/>
          <ac:picMkLst>
            <pc:docMk/>
            <pc:sldMk cId="3037106003" sldId="272"/>
            <ac:picMk id="11" creationId="{00000000-0000-0000-0000-000000000000}"/>
          </ac:picMkLst>
        </pc:picChg>
        <pc:picChg chg="del">
          <ac:chgData name="Sabrina Ferreira" userId="5d2e9976002e8f1e" providerId="LiveId" clId="{2F2C7093-FB0C-40C3-9B86-D174921CD47A}" dt="2026-09-16T17:03:02.745" v="17" actId="478"/>
          <ac:picMkLst>
            <pc:docMk/>
            <pc:sldMk cId="3037106003" sldId="272"/>
            <ac:picMk id="12" creationId="{00000000-0000-0000-0000-000000000000}"/>
          </ac:picMkLst>
        </pc:picChg>
        <pc:picChg chg="del">
          <ac:chgData name="Sabrina Ferreira" userId="5d2e9976002e8f1e" providerId="LiveId" clId="{2F2C7093-FB0C-40C3-9B86-D174921CD47A}" dt="2026-09-16T17:03:02.745" v="17" actId="478"/>
          <ac:picMkLst>
            <pc:docMk/>
            <pc:sldMk cId="3037106003" sldId="272"/>
            <ac:picMk id="13" creationId="{00000000-0000-0000-0000-000000000000}"/>
          </ac:picMkLst>
        </pc:picChg>
        <pc:picChg chg="del">
          <ac:chgData name="Sabrina Ferreira" userId="5d2e9976002e8f1e" providerId="LiveId" clId="{2F2C7093-FB0C-40C3-9B86-D174921CD47A}" dt="2026-09-16T17:03:02.745" v="17" actId="478"/>
          <ac:picMkLst>
            <pc:docMk/>
            <pc:sldMk cId="3037106003" sldId="272"/>
            <ac:picMk id="14" creationId="{00000000-0000-0000-0000-000000000000}"/>
          </ac:picMkLst>
        </pc:picChg>
        <pc:picChg chg="del">
          <ac:chgData name="Sabrina Ferreira" userId="5d2e9976002e8f1e" providerId="LiveId" clId="{2F2C7093-FB0C-40C3-9B86-D174921CD47A}" dt="2026-09-16T17:03:02.745" v="17" actId="478"/>
          <ac:picMkLst>
            <pc:docMk/>
            <pc:sldMk cId="3037106003" sldId="272"/>
            <ac:picMk id="15" creationId="{00000000-0000-0000-0000-000000000000}"/>
          </ac:picMkLst>
        </pc:picChg>
        <pc:picChg chg="add mod">
          <ac:chgData name="Sabrina Ferreira" userId="5d2e9976002e8f1e" providerId="LiveId" clId="{2F2C7093-FB0C-40C3-9B86-D174921CD47A}" dt="2026-09-16T17:09:53.412" v="34" actId="1076"/>
          <ac:picMkLst>
            <pc:docMk/>
            <pc:sldMk cId="3037106003" sldId="272"/>
            <ac:picMk id="16" creationId="{E16FA5D3-FAF2-0392-667F-4BA339BCE7B3}"/>
          </ac:picMkLst>
        </pc:picChg>
        <pc:picChg chg="add mod">
          <ac:chgData name="Sabrina Ferreira" userId="5d2e9976002e8f1e" providerId="LiveId" clId="{2F2C7093-FB0C-40C3-9B86-D174921CD47A}" dt="2026-09-16T17:08:56.693" v="29" actId="1076"/>
          <ac:picMkLst>
            <pc:docMk/>
            <pc:sldMk cId="3037106003" sldId="272"/>
            <ac:picMk id="19" creationId="{11A19664-82E9-42B1-B90F-B8135400C4F2}"/>
          </ac:picMkLst>
        </pc:picChg>
      </pc:sldChg>
      <pc:sldChg chg="modSp mod">
        <pc:chgData name="Sabrina Ferreira" userId="5d2e9976002e8f1e" providerId="LiveId" clId="{2F2C7093-FB0C-40C3-9B86-D174921CD47A}" dt="2026-09-16T17:02:19.874" v="13" actId="27636"/>
        <pc:sldMkLst>
          <pc:docMk/>
          <pc:sldMk cId="965757603" sldId="284"/>
        </pc:sldMkLst>
        <pc:spChg chg="mod">
          <ac:chgData name="Sabrina Ferreira" userId="5d2e9976002e8f1e" providerId="LiveId" clId="{2F2C7093-FB0C-40C3-9B86-D174921CD47A}" dt="2026-09-16T17:02:19.874" v="13" actId="27636"/>
          <ac:spMkLst>
            <pc:docMk/>
            <pc:sldMk cId="965757603" sldId="284"/>
            <ac:spMk id="2" creationId="{7284361E-FA94-EBFF-0304-64A01A86BF36}"/>
          </ac:spMkLst>
        </pc:spChg>
        <pc:spChg chg="mod">
          <ac:chgData name="Sabrina Ferreira" userId="5d2e9976002e8f1e" providerId="LiveId" clId="{2F2C7093-FB0C-40C3-9B86-D174921CD47A}" dt="2026-09-16T17:00:39.785" v="1" actId="20577"/>
          <ac:spMkLst>
            <pc:docMk/>
            <pc:sldMk cId="965757603" sldId="284"/>
            <ac:spMk id="52" creationId="{A5E3A8B5-5187-E26B-A3E3-057F6AD1FB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EBAFA-EAB1-41F8-96B4-C0691179F299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205AA-E9B3-4E07-8A1F-A1CE70AEDF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43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" name="Google Shape;2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075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0" name="Google Shape;3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9567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1" name="Google Shape;3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1490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2" name="Google Shape;3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975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5" name="Google Shape;46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6539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1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03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09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079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22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99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42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86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58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81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006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Grp="1"/>
          </p:cNvSpPr>
          <p:nvPr>
            <p:ph type="pic" sz="quarter" idx="10"/>
          </p:nvPr>
        </p:nvSpPr>
        <p:spPr>
          <a:xfrm>
            <a:off x="2031207" y="0"/>
            <a:ext cx="8129587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9747AE50-831E-46B3-B44C-71904C13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032" y="1593867"/>
            <a:ext cx="4059936" cy="2862072"/>
          </a:xfrm>
          <a:noFill/>
          <a:effectLst/>
        </p:spPr>
        <p:txBody>
          <a:bodyPr wrap="square" rtlCol="0">
            <a:noAutofit/>
          </a:bodyPr>
          <a:lstStyle>
            <a:lvl1pPr>
              <a:defRPr lang="en-ID" sz="4500" b="1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C9B66B3-9106-4378-9536-DD79146C37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6033" y="5062333"/>
            <a:ext cx="4059935" cy="1188720"/>
          </a:xfrm>
          <a:noFill/>
        </p:spPr>
        <p:txBody>
          <a:bodyPr wrap="square" spcCol="0" rtlCol="0">
            <a:noAutofit/>
          </a:bodyPr>
          <a:lstStyle>
            <a:lvl1pPr algn="l">
              <a:lnSpc>
                <a:spcPct val="120000"/>
              </a:lnSpc>
              <a:defRPr lang="en-US" sz="1200" smtClean="0">
                <a:solidFill>
                  <a:schemeClr val="bg1"/>
                </a:solidFill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ID"/>
            </a:lvl5pPr>
          </a:lstStyle>
          <a:p>
            <a:pPr lvl="0">
              <a:lnSpc>
                <a:spcPct val="12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F7ACA84-3CB6-4AE6-AFBF-FC62D28B9B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6033" y="4723779"/>
            <a:ext cx="4059935" cy="310896"/>
          </a:xfrm>
          <a:noFill/>
        </p:spPr>
        <p:txBody>
          <a:bodyPr wrap="square" rtlCol="0">
            <a:noAutofit/>
          </a:bodyPr>
          <a:lstStyle>
            <a:lvl1pPr algn="l">
              <a:lnSpc>
                <a:spcPct val="120000"/>
              </a:lnSpc>
              <a:defRPr lang="en-US" sz="1400" b="1" smtClean="0">
                <a:solidFill>
                  <a:schemeClr val="bg1"/>
                </a:solidFill>
                <a:latin typeface="+mj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ID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6306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3429000" y="0"/>
            <a:ext cx="4419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Google Shape;25;p21"/>
          <p:cNvSpPr/>
          <p:nvPr/>
        </p:nvSpPr>
        <p:spPr>
          <a:xfrm rot="5400000">
            <a:off x="11494040" y="-30294"/>
            <a:ext cx="246223" cy="1149693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1"/>
          <p:cNvSpPr txBox="1"/>
          <p:nvPr/>
        </p:nvSpPr>
        <p:spPr>
          <a:xfrm>
            <a:off x="11064573" y="421441"/>
            <a:ext cx="3577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4947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70975"/>
      </p:ext>
    </p:extLst>
  </p:cSld>
  <p:clrMapOvr>
    <a:masterClrMapping/>
  </p:clrMapOvr>
  <p:transition spd="slow" advClick="0" advTm="1000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 rot="10800000">
            <a:off x="11567883" y="-708660"/>
            <a:ext cx="624115" cy="624115"/>
          </a:xfrm>
          <a:prstGeom prst="rtTriangle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/>
          <p:nvPr/>
        </p:nvSpPr>
        <p:spPr>
          <a:xfrm rot="5400000">
            <a:off x="11494040" y="-30294"/>
            <a:ext cx="246223" cy="1149693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4"/>
          <p:cNvSpPr txBox="1"/>
          <p:nvPr/>
        </p:nvSpPr>
        <p:spPr>
          <a:xfrm>
            <a:off x="11064573" y="421441"/>
            <a:ext cx="3577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5428" y="5914456"/>
            <a:ext cx="11181144" cy="675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038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80ED4-0974-47F0-BDC9-1CAB1DC09953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AFE19-62CE-4ABA-AE01-C13C78465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96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  <p:sldLayoutId id="214748366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6" Type="http://schemas.microsoft.com/office/2007/relationships/hdphoto" Target="../media/hdphoto8.wdp"/><Relationship Id="rId21" Type="http://schemas.microsoft.com/office/2007/relationships/hdphoto" Target="../media/hdphoto6.wdp"/><Relationship Id="rId42" Type="http://schemas.microsoft.com/office/2007/relationships/hdphoto" Target="../media/hdphoto16.wdp"/><Relationship Id="rId47" Type="http://schemas.microsoft.com/office/2007/relationships/hdphoto" Target="../media/hdphoto18.wdp"/><Relationship Id="rId63" Type="http://schemas.openxmlformats.org/officeDocument/2006/relationships/image" Target="../media/image61.png"/><Relationship Id="rId68" Type="http://schemas.openxmlformats.org/officeDocument/2006/relationships/image" Target="../media/image64.png"/><Relationship Id="rId7" Type="http://schemas.openxmlformats.org/officeDocument/2006/relationships/image" Target="../media/image29.png"/><Relationship Id="rId71" Type="http://schemas.openxmlformats.org/officeDocument/2006/relationships/image" Target="../media/image66.png"/><Relationship Id="rId2" Type="http://schemas.openxmlformats.org/officeDocument/2006/relationships/image" Target="../media/image25.png"/><Relationship Id="rId16" Type="http://schemas.openxmlformats.org/officeDocument/2006/relationships/image" Target="../media/image36.png"/><Relationship Id="rId29" Type="http://schemas.openxmlformats.org/officeDocument/2006/relationships/image" Target="../media/image43.png"/><Relationship Id="rId11" Type="http://schemas.openxmlformats.org/officeDocument/2006/relationships/image" Target="../media/image32.png"/><Relationship Id="rId24" Type="http://schemas.openxmlformats.org/officeDocument/2006/relationships/image" Target="../media/image40.png"/><Relationship Id="rId32" Type="http://schemas.microsoft.com/office/2007/relationships/hdphoto" Target="../media/hdphoto11.wdp"/><Relationship Id="rId37" Type="http://schemas.openxmlformats.org/officeDocument/2006/relationships/image" Target="../media/image47.png"/><Relationship Id="rId40" Type="http://schemas.microsoft.com/office/2007/relationships/hdphoto" Target="../media/hdphoto15.wdp"/><Relationship Id="rId45" Type="http://schemas.openxmlformats.org/officeDocument/2006/relationships/image" Target="../media/image51.png"/><Relationship Id="rId53" Type="http://schemas.microsoft.com/office/2007/relationships/hdphoto" Target="../media/hdphoto21.wdp"/><Relationship Id="rId58" Type="http://schemas.openxmlformats.org/officeDocument/2006/relationships/image" Target="../media/image58.png"/><Relationship Id="rId66" Type="http://schemas.microsoft.com/office/2007/relationships/hdphoto" Target="../media/hdphoto27.wdp"/><Relationship Id="rId5" Type="http://schemas.microsoft.com/office/2007/relationships/hdphoto" Target="../media/hdphoto1.wdp"/><Relationship Id="rId61" Type="http://schemas.openxmlformats.org/officeDocument/2006/relationships/image" Target="../media/image60.png"/><Relationship Id="rId19" Type="http://schemas.microsoft.com/office/2007/relationships/hdphoto" Target="../media/hdphoto5.wdp"/><Relationship Id="rId14" Type="http://schemas.openxmlformats.org/officeDocument/2006/relationships/image" Target="../media/image34.png"/><Relationship Id="rId22" Type="http://schemas.openxmlformats.org/officeDocument/2006/relationships/image" Target="../media/image39.png"/><Relationship Id="rId27" Type="http://schemas.openxmlformats.org/officeDocument/2006/relationships/image" Target="../media/image42.png"/><Relationship Id="rId30" Type="http://schemas.microsoft.com/office/2007/relationships/hdphoto" Target="../media/hdphoto10.wdp"/><Relationship Id="rId35" Type="http://schemas.openxmlformats.org/officeDocument/2006/relationships/image" Target="../media/image46.png"/><Relationship Id="rId43" Type="http://schemas.openxmlformats.org/officeDocument/2006/relationships/image" Target="../media/image50.png"/><Relationship Id="rId48" Type="http://schemas.openxmlformats.org/officeDocument/2006/relationships/image" Target="../media/image53.png"/><Relationship Id="rId56" Type="http://schemas.openxmlformats.org/officeDocument/2006/relationships/image" Target="../media/image57.png"/><Relationship Id="rId64" Type="http://schemas.microsoft.com/office/2007/relationships/hdphoto" Target="../media/hdphoto26.wdp"/><Relationship Id="rId69" Type="http://schemas.microsoft.com/office/2007/relationships/hdphoto" Target="../media/hdphoto28.wdp"/><Relationship Id="rId8" Type="http://schemas.openxmlformats.org/officeDocument/2006/relationships/image" Target="../media/image30.png"/><Relationship Id="rId51" Type="http://schemas.microsoft.com/office/2007/relationships/hdphoto" Target="../media/hdphoto20.wdp"/><Relationship Id="rId72" Type="http://schemas.openxmlformats.org/officeDocument/2006/relationships/image" Target="../media/image67.png"/><Relationship Id="rId3" Type="http://schemas.openxmlformats.org/officeDocument/2006/relationships/image" Target="../media/image26.jpeg"/><Relationship Id="rId12" Type="http://schemas.microsoft.com/office/2007/relationships/hdphoto" Target="../media/hdphoto3.wdp"/><Relationship Id="rId17" Type="http://schemas.microsoft.com/office/2007/relationships/hdphoto" Target="../media/hdphoto4.wdp"/><Relationship Id="rId25" Type="http://schemas.openxmlformats.org/officeDocument/2006/relationships/image" Target="../media/image41.png"/><Relationship Id="rId33" Type="http://schemas.openxmlformats.org/officeDocument/2006/relationships/image" Target="../media/image45.png"/><Relationship Id="rId38" Type="http://schemas.microsoft.com/office/2007/relationships/hdphoto" Target="../media/hdphoto14.wdp"/><Relationship Id="rId46" Type="http://schemas.openxmlformats.org/officeDocument/2006/relationships/image" Target="../media/image52.png"/><Relationship Id="rId59" Type="http://schemas.microsoft.com/office/2007/relationships/hdphoto" Target="../media/hdphoto24.wdp"/><Relationship Id="rId67" Type="http://schemas.openxmlformats.org/officeDocument/2006/relationships/image" Target="../media/image63.png"/><Relationship Id="rId20" Type="http://schemas.openxmlformats.org/officeDocument/2006/relationships/image" Target="../media/image38.png"/><Relationship Id="rId41" Type="http://schemas.openxmlformats.org/officeDocument/2006/relationships/image" Target="../media/image49.png"/><Relationship Id="rId54" Type="http://schemas.openxmlformats.org/officeDocument/2006/relationships/image" Target="../media/image56.png"/><Relationship Id="rId62" Type="http://schemas.microsoft.com/office/2007/relationships/hdphoto" Target="../media/hdphoto25.wdp"/><Relationship Id="rId7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5" Type="http://schemas.openxmlformats.org/officeDocument/2006/relationships/image" Target="../media/image35.png"/><Relationship Id="rId23" Type="http://schemas.microsoft.com/office/2007/relationships/hdphoto" Target="../media/hdphoto7.wdp"/><Relationship Id="rId28" Type="http://schemas.microsoft.com/office/2007/relationships/hdphoto" Target="../media/hdphoto9.wdp"/><Relationship Id="rId36" Type="http://schemas.microsoft.com/office/2007/relationships/hdphoto" Target="../media/hdphoto13.wdp"/><Relationship Id="rId49" Type="http://schemas.microsoft.com/office/2007/relationships/hdphoto" Target="../media/hdphoto19.wdp"/><Relationship Id="rId57" Type="http://schemas.microsoft.com/office/2007/relationships/hdphoto" Target="../media/hdphoto23.wdp"/><Relationship Id="rId10" Type="http://schemas.microsoft.com/office/2007/relationships/hdphoto" Target="../media/hdphoto2.wdp"/><Relationship Id="rId31" Type="http://schemas.openxmlformats.org/officeDocument/2006/relationships/image" Target="../media/image44.png"/><Relationship Id="rId44" Type="http://schemas.microsoft.com/office/2007/relationships/hdphoto" Target="../media/hdphoto17.wdp"/><Relationship Id="rId52" Type="http://schemas.openxmlformats.org/officeDocument/2006/relationships/image" Target="../media/image55.png"/><Relationship Id="rId60" Type="http://schemas.openxmlformats.org/officeDocument/2006/relationships/image" Target="../media/image59.jpeg"/><Relationship Id="rId65" Type="http://schemas.openxmlformats.org/officeDocument/2006/relationships/image" Target="../media/image6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3" Type="http://schemas.openxmlformats.org/officeDocument/2006/relationships/image" Target="../media/image33.png"/><Relationship Id="rId18" Type="http://schemas.openxmlformats.org/officeDocument/2006/relationships/image" Target="../media/image37.png"/><Relationship Id="rId39" Type="http://schemas.openxmlformats.org/officeDocument/2006/relationships/image" Target="../media/image48.png"/><Relationship Id="rId34" Type="http://schemas.microsoft.com/office/2007/relationships/hdphoto" Target="../media/hdphoto12.wdp"/><Relationship Id="rId50" Type="http://schemas.openxmlformats.org/officeDocument/2006/relationships/image" Target="../media/image54.png"/><Relationship Id="rId55" Type="http://schemas.microsoft.com/office/2007/relationships/hdphoto" Target="../media/hdphoto2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7" Type="http://schemas.openxmlformats.org/officeDocument/2006/relationships/image" Target="../media/image1.pn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5" Type="http://schemas.openxmlformats.org/officeDocument/2006/relationships/image" Target="../media/image71.svg"/><Relationship Id="rId4" Type="http://schemas.openxmlformats.org/officeDocument/2006/relationships/image" Target="../media/image7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3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7.png"/><Relationship Id="rId5" Type="http://schemas.openxmlformats.org/officeDocument/2006/relationships/hyperlink" Target="http://www.credmhs.com.br/" TargetMode="External"/><Relationship Id="rId10" Type="http://schemas.openxmlformats.org/officeDocument/2006/relationships/image" Target="../media/image81.png"/><Relationship Id="rId4" Type="http://schemas.openxmlformats.org/officeDocument/2006/relationships/hyperlink" Target="mailto:sabrina.ferreira@credmhs.com.br" TargetMode="External"/><Relationship Id="rId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DA84-09E1-D469-E341-5CE07438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Seta&#10;&#10;Descrição gerada automaticamente com confiança média">
            <a:extLst>
              <a:ext uri="{FF2B5EF4-FFF2-40B4-BE49-F238E27FC236}">
                <a16:creationId xmlns:a16="http://schemas.microsoft.com/office/drawing/2014/main" id="{95DB6D6A-30D1-48B0-EBEB-6E8B692B1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153" y="-94892"/>
            <a:ext cx="6952891" cy="69528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460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93E0-3B09-F5B5-BD8E-19B2A35B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4BCA28A4-FDC4-B15F-2735-054CC4F71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121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93E0-3B09-F5B5-BD8E-19B2A35B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upo de pessoas em fundo branco&#10;&#10;Descrição gerada automaticamente com confiança média">
            <a:extLst>
              <a:ext uri="{FF2B5EF4-FFF2-40B4-BE49-F238E27FC236}">
                <a16:creationId xmlns:a16="http://schemas.microsoft.com/office/drawing/2014/main" id="{7E70E4E5-9590-FFDE-1429-2119F12B0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584" y="0"/>
            <a:ext cx="8707016" cy="870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0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8"/>
          <a:stretch/>
        </p:blipFill>
        <p:spPr>
          <a:xfrm>
            <a:off x="0" y="-9525"/>
            <a:ext cx="12192000" cy="68675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25C579-7DEF-4934-9564-868BB6B71868}"/>
              </a:ext>
            </a:extLst>
          </p:cNvPr>
          <p:cNvSpPr/>
          <p:nvPr/>
        </p:nvSpPr>
        <p:spPr>
          <a:xfrm>
            <a:off x="2045337" y="0"/>
            <a:ext cx="8129587" cy="6858000"/>
          </a:xfrm>
          <a:prstGeom prst="rect">
            <a:avLst/>
          </a:prstGeom>
          <a:gradFill flip="none" rotWithShape="1">
            <a:gsLst>
              <a:gs pos="0">
                <a:srgbClr val="232B41">
                  <a:alpha val="34000"/>
                </a:srgbClr>
              </a:gs>
              <a:gs pos="86000">
                <a:srgbClr val="0F121B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E801ED65-3969-4324-85A1-0554C4C1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318" y="1826211"/>
            <a:ext cx="6548958" cy="2475445"/>
          </a:xfrm>
        </p:spPr>
        <p:txBody>
          <a:bodyPr/>
          <a:lstStyle/>
          <a:p>
            <a:r>
              <a:rPr lang="en-US" sz="6000" b="1" dirty="0">
                <a:solidFill>
                  <a:schemeClr val="bg1"/>
                </a:solidFill>
                <a:latin typeface="Aileron Bold" panose="00000800000000000000" pitchFamily="50" charset="0"/>
              </a:rPr>
              <a:t>Quem </a:t>
            </a:r>
            <a:r>
              <a:rPr lang="en-US" sz="6000" b="1" dirty="0">
                <a:solidFill>
                  <a:srgbClr val="FFCA00"/>
                </a:solidFill>
                <a:latin typeface="Aileron Bold" panose="00000800000000000000" pitchFamily="50" charset="0"/>
              </a:rPr>
              <a:t>somos?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3"/>
          </p:nvPr>
        </p:nvSpPr>
        <p:spPr>
          <a:xfrm>
            <a:off x="2869096" y="3707296"/>
            <a:ext cx="6798780" cy="1188720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Somos uma </a:t>
            </a:r>
            <a:r>
              <a:rPr lang="pt-BR" sz="1400" b="1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Operadora de Saúde e Segurança do Trabalho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com </a:t>
            </a:r>
            <a:r>
              <a:rPr lang="pt-BR" sz="1400" b="1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atuação estratégica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pt-BR" sz="1400" b="1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abrangência nacional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 </a:t>
            </a:r>
            <a:r>
              <a:rPr lang="pt-BR" sz="1400" b="1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experiência multisetorial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adquirida ao longo de </a:t>
            </a:r>
            <a:r>
              <a:rPr lang="pt-BR" sz="1400" b="1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30 anos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Investindo incansavelmente na nossa empresas, nas nossas pessoas e nas pessoas de nossos clientes, provemos a implantação da Gestão de Saúde e Segurança do Trabalho em uma </a:t>
            </a:r>
            <a:r>
              <a:rPr lang="pt-BR" sz="14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força estratégica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para </a:t>
            </a:r>
            <a:r>
              <a:rPr lang="pt-BR" sz="1400" b="1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melhor apoiar os negócios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do cliente e para o setor.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88234" y="0"/>
            <a:ext cx="683315" cy="4094922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Google Shape;2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428" y="5914456"/>
            <a:ext cx="11181144" cy="67534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17;p2"/>
          <p:cNvSpPr txBox="1"/>
          <p:nvPr/>
        </p:nvSpPr>
        <p:spPr>
          <a:xfrm rot="-5400000">
            <a:off x="-1134688" y="1963651"/>
            <a:ext cx="36445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262626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É SOBRE PESSOAS</a:t>
            </a:r>
            <a:endParaRPr sz="1400" b="0" i="0" u="none" strike="noStrike" cap="none" dirty="0">
              <a:solidFill>
                <a:srgbClr val="000000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869632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31"/>
          <a:stretch/>
        </p:blipFill>
        <p:spPr>
          <a:xfrm>
            <a:off x="0" y="-54291"/>
            <a:ext cx="12188247" cy="69122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25C579-7DEF-4934-9564-868BB6B71868}"/>
              </a:ext>
            </a:extLst>
          </p:cNvPr>
          <p:cNvSpPr/>
          <p:nvPr/>
        </p:nvSpPr>
        <p:spPr>
          <a:xfrm>
            <a:off x="0" y="-54292"/>
            <a:ext cx="12188247" cy="6912291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etângulo 36"/>
          <p:cNvSpPr/>
          <p:nvPr/>
        </p:nvSpPr>
        <p:spPr>
          <a:xfrm>
            <a:off x="7373220" y="1311298"/>
            <a:ext cx="4658360" cy="4475891"/>
          </a:xfrm>
          <a:prstGeom prst="rect">
            <a:avLst/>
          </a:prstGeom>
          <a:solidFill>
            <a:schemeClr val="tx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E801ED65-3969-4324-85A1-0554C4C1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269" y="-595146"/>
            <a:ext cx="6548958" cy="2475445"/>
          </a:xfrm>
        </p:spPr>
        <p:txBody>
          <a:bodyPr/>
          <a:lstStyle/>
          <a:p>
            <a:r>
              <a:rPr lang="en-US" sz="6000" b="1" dirty="0">
                <a:solidFill>
                  <a:schemeClr val="bg1"/>
                </a:solidFill>
                <a:latin typeface="Aileron Bold" panose="00000800000000000000" pitchFamily="50" charset="0"/>
              </a:rPr>
              <a:t>Soluções </a:t>
            </a:r>
            <a:r>
              <a:rPr lang="en-US" sz="6000" dirty="0" err="1">
                <a:solidFill>
                  <a:srgbClr val="FFCB00"/>
                </a:solidFill>
                <a:latin typeface="Aileron Bold" panose="00000800000000000000" pitchFamily="50" charset="0"/>
              </a:rPr>
              <a:t>essenciais</a:t>
            </a:r>
            <a:endParaRPr lang="en-US" sz="6000" b="1" dirty="0">
              <a:solidFill>
                <a:srgbClr val="FFCB00"/>
              </a:solidFill>
              <a:latin typeface="Aileron Bold" panose="00000800000000000000" pitchFamily="50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3"/>
          </p:nvPr>
        </p:nvSpPr>
        <p:spPr>
          <a:xfrm>
            <a:off x="1381886" y="2499754"/>
            <a:ext cx="5525577" cy="1188720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Dispomos de um </a:t>
            </a:r>
            <a:r>
              <a:rPr lang="pt-BR" sz="14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ecossistema de soluções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 </a:t>
            </a:r>
            <a:r>
              <a:rPr lang="pt-BR" sz="14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serviços integrados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e </a:t>
            </a:r>
            <a:r>
              <a:rPr lang="pt-BR" sz="14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total conhecimento do setor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o que nos permite </a:t>
            </a:r>
            <a:r>
              <a:rPr lang="pt-BR" sz="14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customizar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e </a:t>
            </a:r>
            <a:r>
              <a:rPr lang="pt-BR" sz="14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acelerar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a implantação da Cultura e Gestão de Saúde e Segurança do Trabalho na sua empresa e o mais importante, </a:t>
            </a:r>
            <a:r>
              <a:rPr lang="pt-BR" sz="14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através das suas pessoas e do seu jeito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</a:p>
        </p:txBody>
      </p:sp>
      <p:pic>
        <p:nvPicPr>
          <p:cNvPr id="8" name="Google Shape;2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428" y="5914456"/>
            <a:ext cx="11181144" cy="67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tângulo 21"/>
          <p:cNvSpPr/>
          <p:nvPr/>
        </p:nvSpPr>
        <p:spPr>
          <a:xfrm>
            <a:off x="7261364" y="1221056"/>
            <a:ext cx="2299289" cy="2177716"/>
          </a:xfrm>
          <a:prstGeom prst="rect">
            <a:avLst/>
          </a:prstGeom>
          <a:solidFill>
            <a:srgbClr val="FFCB00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Google Shape;233;p3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6041" y="1521554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34;p3"/>
          <p:cNvSpPr/>
          <p:nvPr/>
        </p:nvSpPr>
        <p:spPr>
          <a:xfrm>
            <a:off x="7307264" y="2324673"/>
            <a:ext cx="22375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Saúde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Ocupacional </a:t>
            </a:r>
            <a:endParaRPr sz="1400" b="0" i="0" u="none" strike="noStrike" cap="none" dirty="0">
              <a:solidFill>
                <a:srgbClr val="000000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9641843" y="1221986"/>
            <a:ext cx="2299289" cy="21777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/>
          <p:cNvSpPr/>
          <p:nvPr/>
        </p:nvSpPr>
        <p:spPr>
          <a:xfrm>
            <a:off x="7261364" y="3476873"/>
            <a:ext cx="2299289" cy="21777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/>
          <p:cNvSpPr/>
          <p:nvPr/>
        </p:nvSpPr>
        <p:spPr>
          <a:xfrm>
            <a:off x="9637920" y="3480513"/>
            <a:ext cx="2299289" cy="217771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oogle Shape;230;p3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9429" y="1592704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35;p3"/>
          <p:cNvSpPr/>
          <p:nvPr/>
        </p:nvSpPr>
        <p:spPr>
          <a:xfrm>
            <a:off x="9560653" y="2332009"/>
            <a:ext cx="22375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Segurança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</a:t>
            </a:r>
            <a:br>
              <a:rPr lang="en-US" sz="22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</a:br>
            <a:r>
              <a:rPr lang="en-US" sz="22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do trabalho</a:t>
            </a:r>
            <a:endParaRPr sz="2200" b="0" i="0" u="none" strike="noStrike" cap="none" dirty="0">
              <a:solidFill>
                <a:schemeClr val="dk1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31;p3" descr="Shape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0140" y="3734922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36;p3"/>
          <p:cNvSpPr/>
          <p:nvPr/>
        </p:nvSpPr>
        <p:spPr>
          <a:xfrm>
            <a:off x="7110663" y="4551125"/>
            <a:ext cx="244999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 err="1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Gestão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de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Tecnologia</a:t>
            </a:r>
            <a:endParaRPr sz="2200" b="0" i="0" u="none" strike="noStrike" cap="none" dirty="0">
              <a:solidFill>
                <a:schemeClr val="dk1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32;p3" descr="Shape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0753" y="3780122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37;p3"/>
          <p:cNvSpPr/>
          <p:nvPr/>
        </p:nvSpPr>
        <p:spPr>
          <a:xfrm>
            <a:off x="9637920" y="4765905"/>
            <a:ext cx="2299289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 err="1">
                <a:solidFill>
                  <a:schemeClr val="dk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Treinamentos</a:t>
            </a:r>
            <a:endParaRPr sz="2200" b="1" i="0" u="none" strike="noStrike" cap="none" dirty="0">
              <a:solidFill>
                <a:schemeClr val="dk1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560581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93E0-3B09-F5B5-BD8E-19B2A35B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Mapa&#10;&#10;Descrição gerada automaticamente">
            <a:extLst>
              <a:ext uri="{FF2B5EF4-FFF2-40B4-BE49-F238E27FC236}">
                <a16:creationId xmlns:a16="http://schemas.microsoft.com/office/drawing/2014/main" id="{36ED2BA5-7BBA-DD59-1EBC-B21FC8450A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62"/>
          <a:stretch/>
        </p:blipFill>
        <p:spPr>
          <a:xfrm>
            <a:off x="0" y="0"/>
            <a:ext cx="8052318" cy="803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3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"/>
          <p:cNvSpPr/>
          <p:nvPr/>
        </p:nvSpPr>
        <p:spPr>
          <a:xfrm>
            <a:off x="0" y="0"/>
            <a:ext cx="2196000" cy="6858000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7152097" y="979770"/>
            <a:ext cx="4248073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Dispomos da solução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solução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completa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organiza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controla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atende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requisitos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norma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regulamentadora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7 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Ministério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do Trabalho 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Emprego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Além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documentos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obrigatórios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oferecemos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ferramentas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auxiliares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otimizar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gestão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saúde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do trabalho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nossos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clientes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relatórios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softwares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gestão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soluções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customizadas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dados,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consultoria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especializada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2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muito</a:t>
            </a:r>
            <a:r>
              <a:rPr lang="en-US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são</a:t>
            </a:r>
            <a:r>
              <a:rPr lang="en-US" sz="1200" b="0" i="0" u="none" strike="noStrike" cap="none" dirty="0"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</p:txBody>
      </p:sp>
      <p:sp>
        <p:nvSpPr>
          <p:cNvPr id="293" name="Google Shape;293;p5"/>
          <p:cNvSpPr/>
          <p:nvPr/>
        </p:nvSpPr>
        <p:spPr>
          <a:xfrm>
            <a:off x="7152097" y="3429000"/>
            <a:ext cx="474745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PCMSO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ASO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Atestado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Ocupacional</a:t>
            </a:r>
            <a:endParaRPr sz="12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Relatório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Annual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PPP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Perfil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Profissional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Previdenciário</a:t>
            </a:r>
            <a:endParaRPr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Gestão dos Exames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Ocupacionais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Gestão de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Convocação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Periódico</a:t>
            </a:r>
            <a:endParaRPr sz="12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Exames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Ocupacionais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In Company 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muitos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outros…</a:t>
            </a:r>
            <a:endParaRPr dirty="0"/>
          </a:p>
        </p:txBody>
      </p:sp>
      <p:sp>
        <p:nvSpPr>
          <p:cNvPr id="294" name="Google Shape;294;p5"/>
          <p:cNvSpPr/>
          <p:nvPr/>
        </p:nvSpPr>
        <p:spPr>
          <a:xfrm rot="-5400000">
            <a:off x="-961129" y="2919801"/>
            <a:ext cx="421376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Ocupacional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5" descr="A picture containing person, holding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6509" r="10343"/>
          <a:stretch/>
        </p:blipFill>
        <p:spPr>
          <a:xfrm>
            <a:off x="2196000" y="0"/>
            <a:ext cx="4419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96" name="Google Shape;296;p5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001" y="25977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19613"/>
            <a:ext cx="11899557" cy="57018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tângulo 8"/>
          <p:cNvSpPr/>
          <p:nvPr/>
        </p:nvSpPr>
        <p:spPr>
          <a:xfrm>
            <a:off x="10864516" y="168442"/>
            <a:ext cx="1327484" cy="572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39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/>
          <p:nvPr/>
        </p:nvSpPr>
        <p:spPr>
          <a:xfrm>
            <a:off x="0" y="0"/>
            <a:ext cx="2196000" cy="6858000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 rot="-5400000">
            <a:off x="-1499384" y="3458037"/>
            <a:ext cx="529027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Trabalho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6" descr="A picture containing person, outdoor, ground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8522" r="28524"/>
          <a:stretch/>
        </p:blipFill>
        <p:spPr>
          <a:xfrm>
            <a:off x="2196000" y="0"/>
            <a:ext cx="4419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305" name="Google Shape;305;p6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001" y="25977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19613"/>
            <a:ext cx="11899557" cy="57018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6"/>
          <p:cNvSpPr/>
          <p:nvPr/>
        </p:nvSpPr>
        <p:spPr>
          <a:xfrm>
            <a:off x="7152098" y="887381"/>
            <a:ext cx="3951331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equipe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multidiciplinar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Engenheiros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do Trabalho,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Técnicos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Segurança 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demais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profissionais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diveras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áreas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afins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soluções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implantação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adequação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requisitos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legais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e auditoria das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normas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regulamentadoras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Segurança do Trabalho.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7152098" y="2900730"/>
            <a:ext cx="371241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PGR/GRO</a:t>
            </a:r>
            <a:endParaRPr dirty="0"/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PCMAT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LTCAT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CIPA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Perícias</a:t>
            </a:r>
            <a:endParaRPr sz="12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Laudos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Insalubridade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Periculosidade</a:t>
            </a:r>
            <a:endParaRPr sz="12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Ordem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Serviços</a:t>
            </a:r>
            <a:endParaRPr sz="12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Gestão de EPI e </a:t>
            </a:r>
            <a:r>
              <a:rPr lang="en-US" sz="12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muitos</a:t>
            </a:r>
            <a:r>
              <a:rPr lang="en-US" sz="12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outros...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0864516" y="168442"/>
            <a:ext cx="1327484" cy="572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66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864516" y="168442"/>
            <a:ext cx="1327484" cy="572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3" name="Google Shape;313;p7"/>
          <p:cNvSpPr/>
          <p:nvPr/>
        </p:nvSpPr>
        <p:spPr>
          <a:xfrm>
            <a:off x="0" y="0"/>
            <a:ext cx="2196000" cy="6858000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 rot="-5400000">
            <a:off x="-1499384" y="3458037"/>
            <a:ext cx="529027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Tecnologia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3259" r="26499"/>
          <a:stretch/>
        </p:blipFill>
        <p:spPr>
          <a:xfrm>
            <a:off x="2196000" y="0"/>
            <a:ext cx="4419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316" name="Google Shape;316;p7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001" y="25977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19613"/>
            <a:ext cx="11899557" cy="57018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7"/>
          <p:cNvSpPr/>
          <p:nvPr/>
        </p:nvSpPr>
        <p:spPr>
          <a:xfrm>
            <a:off x="7152096" y="441006"/>
            <a:ext cx="4571332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Mapeamos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oportunidades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desenvolvimento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promoção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aceleração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Cultura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Gestão de Saúde e Segurança do Trabalho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integrando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tecnologia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customização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dados;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Oferecemos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mentoria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ativação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módulos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sistema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próprio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gestão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;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Promovemos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aceleração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curva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aprendizagem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profissionais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técnicos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especialistas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;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Desenvolvemos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indicadores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gestão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visão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panorâmica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estratégias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corporativas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Saúde e Segurança. Como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também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7152098" y="3463978"/>
            <a:ext cx="4747459" cy="288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com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vários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software ERP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Interface online para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importação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exportação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Gestão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Eletrônica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Documentos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aderente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Assinatura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Digital 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Aplicativo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Móvel</a:t>
            </a:r>
            <a:endParaRPr sz="11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Acervo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Fotográfico</a:t>
            </a:r>
            <a:endParaRPr sz="11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Remota</a:t>
            </a:r>
            <a:endParaRPr sz="11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Tecnologia de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Biometria</a:t>
            </a:r>
            <a:endParaRPr sz="11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nuvem</a:t>
            </a:r>
            <a:endParaRPr sz="1100" b="1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Certificada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ISO 9001 e ISO45001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Totalmente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adequada</a:t>
            </a:r>
            <a:r>
              <a:rPr lang="en-US" sz="1100" b="1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à LGPD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705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"/>
          <p:cNvSpPr/>
          <p:nvPr/>
        </p:nvSpPr>
        <p:spPr>
          <a:xfrm>
            <a:off x="0" y="0"/>
            <a:ext cx="2196000" cy="6858000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 rot="-5400000">
            <a:off x="-1499384" y="3458037"/>
            <a:ext cx="529027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Treinamentos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3695" r="23294"/>
          <a:stretch/>
        </p:blipFill>
        <p:spPr>
          <a:xfrm>
            <a:off x="2196000" y="0"/>
            <a:ext cx="4419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327" name="Google Shape;327;p8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001" y="25977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19613"/>
            <a:ext cx="11899557" cy="57018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8"/>
          <p:cNvSpPr/>
          <p:nvPr/>
        </p:nvSpPr>
        <p:spPr>
          <a:xfrm>
            <a:off x="6908044" y="441381"/>
            <a:ext cx="5283956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Oferecemos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central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treinamentos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EAD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 Segurança do Trabalho,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conformidade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da NR1, que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dispõe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77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cursos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relativos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seguintes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NR´s: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NR-01 — 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Disposições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Gerais;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F3F3F"/>
                </a:solidFill>
                <a:latin typeface="Arial"/>
                <a:cs typeface="Arial"/>
                <a:sym typeface="Arial"/>
              </a:rPr>
              <a:t>NR-05 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-US" sz="1200" dirty="0">
                <a:solidFill>
                  <a:srgbClr val="3F3F3F"/>
                </a:solidFill>
                <a:latin typeface="Arial"/>
                <a:cs typeface="Arial"/>
                <a:sym typeface="Arial"/>
              </a:rPr>
              <a:t> CIPA;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F3F3F"/>
                </a:solidFill>
                <a:latin typeface="Arial"/>
                <a:cs typeface="Arial"/>
                <a:sym typeface="Arial"/>
              </a:rPr>
              <a:t>NR-06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200" dirty="0" err="1">
                <a:solidFill>
                  <a:srgbClr val="3F3F3F"/>
                </a:solidFill>
                <a:latin typeface="Arial"/>
                <a:cs typeface="Arial"/>
                <a:sym typeface="Arial"/>
              </a:rPr>
              <a:t>Equipamento</a:t>
            </a:r>
            <a:r>
              <a:rPr lang="en-US" sz="1200" dirty="0">
                <a:solidFill>
                  <a:srgbClr val="3F3F3F"/>
                </a:solidFill>
                <a:latin typeface="Arial"/>
                <a:cs typeface="Arial"/>
                <a:sym typeface="Arial"/>
              </a:rPr>
              <a:t> de </a:t>
            </a:r>
            <a:r>
              <a:rPr lang="en-US" sz="1200" dirty="0" err="1">
                <a:solidFill>
                  <a:srgbClr val="3F3F3F"/>
                </a:solidFill>
                <a:latin typeface="Arial"/>
                <a:cs typeface="Arial"/>
                <a:sym typeface="Arial"/>
              </a:rPr>
              <a:t>Proteção</a:t>
            </a:r>
            <a:r>
              <a:rPr lang="en-US" sz="1200" dirty="0">
                <a:solidFill>
                  <a:srgbClr val="3F3F3F"/>
                </a:solidFill>
                <a:latin typeface="Arial"/>
                <a:cs typeface="Arial"/>
                <a:sym typeface="Arial"/>
              </a:rPr>
              <a:t> Individual;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NR-10 — Segurança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Elétrica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NR-10 — SEP (Sistema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Elétrico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Potencia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NR-11 — 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Movimentação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Armazenagem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Manuseio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Materiais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NR-12 — Segurança no Trabalho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Máquinas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Equipamentos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NR-13 — Segurança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Caldeiras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NR-17 — 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Ergonomia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NR-20 — Segurança no Trabalho com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Inflamáveis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Combustíveis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NR-33 — Segurança 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Espaço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Confinado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NR-35 — Trabalho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Altura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Integrada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nosso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software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possibilita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único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lugar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emitir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gerenciar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certificados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conteúdo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programático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listas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presença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muito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927334" y="5104418"/>
            <a:ext cx="5142745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Mapeamento dos Treinamentos Normativos e Automação dos Personalizados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Prático, Seguro, Intuitivo, Econômico, Atualizado e Multi-plataformas</a:t>
            </a:r>
            <a:endParaRPr sz="11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0864516" y="168442"/>
            <a:ext cx="1327484" cy="572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27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6"/>
          <a:stretch/>
        </p:blipFill>
        <p:spPr>
          <a:xfrm>
            <a:off x="0" y="0"/>
            <a:ext cx="12290147" cy="68770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25C579-7DEF-4934-9564-868BB6B71868}"/>
              </a:ext>
            </a:extLst>
          </p:cNvPr>
          <p:cNvSpPr/>
          <p:nvPr/>
        </p:nvSpPr>
        <p:spPr>
          <a:xfrm>
            <a:off x="0" y="0"/>
            <a:ext cx="12348667" cy="6858000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etângulo 36"/>
          <p:cNvSpPr/>
          <p:nvPr/>
        </p:nvSpPr>
        <p:spPr>
          <a:xfrm>
            <a:off x="6186687" y="1141856"/>
            <a:ext cx="5664417" cy="4707675"/>
          </a:xfrm>
          <a:prstGeom prst="rect">
            <a:avLst/>
          </a:prstGeom>
          <a:solidFill>
            <a:schemeClr val="tx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E801ED65-3969-4324-85A1-0554C4C1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269" y="-595146"/>
            <a:ext cx="7563160" cy="2475445"/>
          </a:xfrm>
        </p:spPr>
        <p:txBody>
          <a:bodyPr/>
          <a:lstStyle/>
          <a:p>
            <a:r>
              <a:rPr lang="en-US" sz="6000" b="1" dirty="0">
                <a:solidFill>
                  <a:schemeClr val="bg1"/>
                </a:solidFill>
                <a:latin typeface="Aileron Bold" panose="00000800000000000000" pitchFamily="50" charset="0"/>
              </a:rPr>
              <a:t>Soluções </a:t>
            </a:r>
            <a:r>
              <a:rPr lang="en-US" sz="6000" b="1" dirty="0" err="1">
                <a:solidFill>
                  <a:srgbClr val="FFCB00"/>
                </a:solidFill>
                <a:latin typeface="Aileron Bold" panose="00000800000000000000" pitchFamily="50" charset="0"/>
              </a:rPr>
              <a:t>Estratégicas</a:t>
            </a:r>
            <a:endParaRPr lang="en-US" sz="6000" b="1" dirty="0">
              <a:solidFill>
                <a:srgbClr val="FFCB00"/>
              </a:solidFill>
              <a:latin typeface="Aileron Bold" panose="00000800000000000000" pitchFamily="50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3"/>
          </p:nvPr>
        </p:nvSpPr>
        <p:spPr>
          <a:xfrm>
            <a:off x="1565883" y="2565962"/>
            <a:ext cx="4338083" cy="1188720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Um </a:t>
            </a:r>
            <a:r>
              <a:rPr lang="pt-BR" sz="20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ecossistema de soluções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 tudo que a sua empresa precisa e em </a:t>
            </a:r>
            <a:r>
              <a:rPr lang="pt-BR" sz="2000" dirty="0">
                <a:latin typeface="Arial Black" panose="020B0A04020102020204" pitchFamily="34" charset="0"/>
                <a:cs typeface="Arial" panose="020B0604020202020204" pitchFamily="34" charset="0"/>
                <a:sym typeface="Arial"/>
              </a:rPr>
              <a:t>um único lugar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</a:p>
        </p:txBody>
      </p:sp>
      <p:pic>
        <p:nvPicPr>
          <p:cNvPr id="8" name="Google Shape;2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428" y="5914456"/>
            <a:ext cx="11181144" cy="67534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86;p53"/>
          <p:cNvSpPr/>
          <p:nvPr/>
        </p:nvSpPr>
        <p:spPr>
          <a:xfrm>
            <a:off x="8597839" y="6075386"/>
            <a:ext cx="241090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… e </a:t>
            </a:r>
            <a:r>
              <a:rPr lang="en-US" sz="18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muito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endParaRPr sz="1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42DA644F-3E5F-6637-A3A0-881049A6CD9E}"/>
              </a:ext>
            </a:extLst>
          </p:cNvPr>
          <p:cNvSpPr/>
          <p:nvPr/>
        </p:nvSpPr>
        <p:spPr>
          <a:xfrm>
            <a:off x="6494499" y="1316291"/>
            <a:ext cx="669316" cy="633926"/>
          </a:xfrm>
          <a:prstGeom prst="rect">
            <a:avLst/>
          </a:prstGeom>
          <a:solidFill>
            <a:srgbClr val="FFCB00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45BD9834-9D66-8749-185B-DD5A30E57AB6}"/>
              </a:ext>
            </a:extLst>
          </p:cNvPr>
          <p:cNvSpPr txBox="1"/>
          <p:nvPr/>
        </p:nvSpPr>
        <p:spPr>
          <a:xfrm>
            <a:off x="7322336" y="1298456"/>
            <a:ext cx="4528767" cy="66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6666"/>
              </a:lnSpc>
              <a:spcBef>
                <a:spcPts val="1600"/>
              </a:spcBef>
              <a:buClr>
                <a:srgbClr val="000000"/>
              </a:buClr>
              <a:buSzPts val="1200"/>
            </a:pP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Oferecemos um </a:t>
            </a:r>
            <a:r>
              <a:rPr lang="pt-BR" sz="105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Portal de Serviços On-line </a:t>
            </a: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 o acompanhamento do atendimento e o SLA pelo cliente. </a:t>
            </a:r>
          </a:p>
          <a:p>
            <a:endParaRPr lang="pt-BR" sz="1050" dirty="0">
              <a:solidFill>
                <a:schemeClr val="bg1"/>
              </a:solidFill>
            </a:endParaRPr>
          </a:p>
        </p:txBody>
      </p:sp>
      <p:pic>
        <p:nvPicPr>
          <p:cNvPr id="81" name="Google Shape;444;p13" descr="Shape&#10;&#10;Description automatically generated with low confidence">
            <a:extLst>
              <a:ext uri="{FF2B5EF4-FFF2-40B4-BE49-F238E27FC236}">
                <a16:creationId xmlns:a16="http://schemas.microsoft.com/office/drawing/2014/main" id="{05D74431-7747-7771-A07B-8AF184BE8F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0467" y="1484825"/>
            <a:ext cx="27000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Retângulo 81">
            <a:extLst>
              <a:ext uri="{FF2B5EF4-FFF2-40B4-BE49-F238E27FC236}">
                <a16:creationId xmlns:a16="http://schemas.microsoft.com/office/drawing/2014/main" id="{D51DF9F5-BFC4-7A2D-D168-DB64C5B33CFE}"/>
              </a:ext>
            </a:extLst>
          </p:cNvPr>
          <p:cNvSpPr/>
          <p:nvPr/>
        </p:nvSpPr>
        <p:spPr>
          <a:xfrm>
            <a:off x="6483711" y="2032857"/>
            <a:ext cx="701169" cy="664095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1D1AA24-31FC-E4BE-8B2A-E93D26858DBE}"/>
              </a:ext>
            </a:extLst>
          </p:cNvPr>
          <p:cNvSpPr txBox="1"/>
          <p:nvPr/>
        </p:nvSpPr>
        <p:spPr>
          <a:xfrm>
            <a:off x="7322336" y="2081808"/>
            <a:ext cx="452876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600"/>
              </a:spcBef>
              <a:buClr>
                <a:srgbClr val="000000"/>
              </a:buClr>
              <a:buSzPts val="1200"/>
            </a:pP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Usamos tecnologia de </a:t>
            </a:r>
            <a:r>
              <a:rPr lang="pt-BR" sz="105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Teleatendimento e Telediagnóstico</a:t>
            </a: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como ferramenta de integração entre os mais diversos setores. </a:t>
            </a:r>
          </a:p>
          <a:p>
            <a:endParaRPr lang="pt-BR" sz="1050" dirty="0">
              <a:solidFill>
                <a:schemeClr val="bg1"/>
              </a:solidFill>
            </a:endParaRPr>
          </a:p>
        </p:txBody>
      </p:sp>
      <p:pic>
        <p:nvPicPr>
          <p:cNvPr id="84" name="Google Shape;445;p13" descr="Shape&#10;&#10;Description automatically generated with low confidence">
            <a:extLst>
              <a:ext uri="{FF2B5EF4-FFF2-40B4-BE49-F238E27FC236}">
                <a16:creationId xmlns:a16="http://schemas.microsoft.com/office/drawing/2014/main" id="{79337E57-C095-EF0C-A169-D33FEC110AF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6915" y="2235797"/>
            <a:ext cx="27000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Retângulo 84">
            <a:extLst>
              <a:ext uri="{FF2B5EF4-FFF2-40B4-BE49-F238E27FC236}">
                <a16:creationId xmlns:a16="http://schemas.microsoft.com/office/drawing/2014/main" id="{90411173-AA46-4943-170A-36BB0D1835D9}"/>
              </a:ext>
            </a:extLst>
          </p:cNvPr>
          <p:cNvSpPr/>
          <p:nvPr/>
        </p:nvSpPr>
        <p:spPr>
          <a:xfrm>
            <a:off x="6494499" y="2795074"/>
            <a:ext cx="669316" cy="633926"/>
          </a:xfrm>
          <a:prstGeom prst="rect">
            <a:avLst/>
          </a:prstGeom>
          <a:solidFill>
            <a:srgbClr val="FFCB00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CAF9C456-B685-2920-F3F8-7A768D3AEA21}"/>
              </a:ext>
            </a:extLst>
          </p:cNvPr>
          <p:cNvSpPr txBox="1"/>
          <p:nvPr/>
        </p:nvSpPr>
        <p:spPr>
          <a:xfrm>
            <a:off x="7392302" y="2905784"/>
            <a:ext cx="4458801" cy="66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6666"/>
              </a:lnSpc>
              <a:spcBef>
                <a:spcPts val="1600"/>
              </a:spcBef>
              <a:buClr>
                <a:srgbClr val="000000"/>
              </a:buClr>
              <a:buSzPts val="1200"/>
            </a:pP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Detentora de um </a:t>
            </a:r>
            <a:r>
              <a:rPr lang="pt-BR" sz="105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Parque Próprio de Equipamentos Tecnológicos </a:t>
            </a: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de última geração para realização de medições.   </a:t>
            </a:r>
          </a:p>
          <a:p>
            <a:endParaRPr lang="pt-BR" sz="1050" dirty="0">
              <a:solidFill>
                <a:schemeClr val="bg1"/>
              </a:solidFill>
            </a:endParaRPr>
          </a:p>
        </p:txBody>
      </p:sp>
      <p:pic>
        <p:nvPicPr>
          <p:cNvPr id="87" name="Google Shape;451;p13" descr="Shape&#10;&#10;Description automatically generated with low confidence">
            <a:extLst>
              <a:ext uri="{FF2B5EF4-FFF2-40B4-BE49-F238E27FC236}">
                <a16:creationId xmlns:a16="http://schemas.microsoft.com/office/drawing/2014/main" id="{BEE7CCE7-7A08-9D36-6DE0-65155D3E4D2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96915" y="3010418"/>
            <a:ext cx="27000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Retângulo 87">
            <a:extLst>
              <a:ext uri="{FF2B5EF4-FFF2-40B4-BE49-F238E27FC236}">
                <a16:creationId xmlns:a16="http://schemas.microsoft.com/office/drawing/2014/main" id="{1FD37B4E-D6FC-2710-230D-781032954FD4}"/>
              </a:ext>
            </a:extLst>
          </p:cNvPr>
          <p:cNvSpPr/>
          <p:nvPr/>
        </p:nvSpPr>
        <p:spPr>
          <a:xfrm>
            <a:off x="6483711" y="3507368"/>
            <a:ext cx="701169" cy="66409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1FD90622-295B-D0E6-0344-268F4170A23A}"/>
              </a:ext>
            </a:extLst>
          </p:cNvPr>
          <p:cNvSpPr/>
          <p:nvPr/>
        </p:nvSpPr>
        <p:spPr>
          <a:xfrm>
            <a:off x="7399465" y="3676359"/>
            <a:ext cx="4458801" cy="28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6666"/>
              </a:lnSpc>
              <a:spcBef>
                <a:spcPts val="1600"/>
              </a:spcBef>
              <a:buClr>
                <a:srgbClr val="000000"/>
              </a:buClr>
              <a:buSzPts val="1200"/>
            </a:pP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Dispomos de </a:t>
            </a:r>
            <a:r>
              <a:rPr lang="pt-BR" sz="105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 Soluções </a:t>
            </a: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consistentes e seguras para o E-social.</a:t>
            </a:r>
            <a:endParaRPr lang="pt-BR" sz="1050" dirty="0">
              <a:solidFill>
                <a:schemeClr val="bg1"/>
              </a:solidFill>
            </a:endParaRPr>
          </a:p>
        </p:txBody>
      </p:sp>
      <p:pic>
        <p:nvPicPr>
          <p:cNvPr id="90" name="Google Shape;452;p13" descr="Shape&#10;&#10;Description automatically generated with low confidence">
            <a:extLst>
              <a:ext uri="{FF2B5EF4-FFF2-40B4-BE49-F238E27FC236}">
                <a16:creationId xmlns:a16="http://schemas.microsoft.com/office/drawing/2014/main" id="{0EAF239D-23D6-4BF2-5559-9BFE09086B5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98296" y="3740564"/>
            <a:ext cx="27000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Retângulo 90">
            <a:extLst>
              <a:ext uri="{FF2B5EF4-FFF2-40B4-BE49-F238E27FC236}">
                <a16:creationId xmlns:a16="http://schemas.microsoft.com/office/drawing/2014/main" id="{0AAA1FC0-66D2-4336-6128-C960A51E7ED1}"/>
              </a:ext>
            </a:extLst>
          </p:cNvPr>
          <p:cNvSpPr/>
          <p:nvPr/>
        </p:nvSpPr>
        <p:spPr>
          <a:xfrm>
            <a:off x="6494499" y="4249832"/>
            <a:ext cx="701169" cy="666090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9B72CCA4-F4F4-2F94-704B-0ACD7B4E1670}"/>
              </a:ext>
            </a:extLst>
          </p:cNvPr>
          <p:cNvSpPr txBox="1"/>
          <p:nvPr/>
        </p:nvSpPr>
        <p:spPr>
          <a:xfrm>
            <a:off x="7399465" y="4314323"/>
            <a:ext cx="4451638" cy="485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6666"/>
              </a:lnSpc>
              <a:spcBef>
                <a:spcPts val="1600"/>
              </a:spcBef>
              <a:buClr>
                <a:srgbClr val="000000"/>
              </a:buClr>
              <a:buSzPts val="1200"/>
            </a:pP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Provemos Gestão Estratégica em Saúde e Segurança com a integração à </a:t>
            </a:r>
            <a:r>
              <a:rPr lang="pt-BR" sz="105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Fábrica de Power BI.</a:t>
            </a:r>
            <a:endParaRPr lang="pt-BR" sz="1050" dirty="0">
              <a:solidFill>
                <a:schemeClr val="bg1"/>
              </a:solidFill>
            </a:endParaRPr>
          </a:p>
        </p:txBody>
      </p:sp>
      <p:pic>
        <p:nvPicPr>
          <p:cNvPr id="93" name="Google Shape;450;p13" descr="Shape&#10;&#10;Description automatically generated with low confidence">
            <a:extLst>
              <a:ext uri="{FF2B5EF4-FFF2-40B4-BE49-F238E27FC236}">
                <a16:creationId xmlns:a16="http://schemas.microsoft.com/office/drawing/2014/main" id="{031ED7A8-996D-265C-49ED-D2CDA2D50C5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847" y="4422274"/>
            <a:ext cx="290518" cy="270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Retângulo 93">
            <a:extLst>
              <a:ext uri="{FF2B5EF4-FFF2-40B4-BE49-F238E27FC236}">
                <a16:creationId xmlns:a16="http://schemas.microsoft.com/office/drawing/2014/main" id="{65B9D203-B8F6-2D80-EAD9-62ACD0A6BEAB}"/>
              </a:ext>
            </a:extLst>
          </p:cNvPr>
          <p:cNvSpPr/>
          <p:nvPr/>
        </p:nvSpPr>
        <p:spPr>
          <a:xfrm>
            <a:off x="6492379" y="4995736"/>
            <a:ext cx="701169" cy="623286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0A81AE68-1C30-5748-B80B-9DFE549B0AF7}"/>
              </a:ext>
            </a:extLst>
          </p:cNvPr>
          <p:cNvSpPr/>
          <p:nvPr/>
        </p:nvSpPr>
        <p:spPr>
          <a:xfrm>
            <a:off x="7366896" y="5026152"/>
            <a:ext cx="4491370" cy="482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6666"/>
              </a:lnSpc>
              <a:spcBef>
                <a:spcPts val="1600"/>
              </a:spcBef>
              <a:buClr>
                <a:srgbClr val="000000"/>
              </a:buClr>
              <a:buSzPts val="1200"/>
            </a:pP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Oferecemos uma </a:t>
            </a:r>
            <a:r>
              <a:rPr lang="pt-BR" sz="105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Central de Treinamentos EAD</a:t>
            </a:r>
            <a:r>
              <a:rPr lang="pt-BR" sz="105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totalmente integrada ao software de gestão.</a:t>
            </a:r>
          </a:p>
        </p:txBody>
      </p:sp>
      <p:pic>
        <p:nvPicPr>
          <p:cNvPr id="96" name="Google Shape;449;p13" descr="Shape&#10;&#10;Description automatically generated with low confidence">
            <a:extLst>
              <a:ext uri="{FF2B5EF4-FFF2-40B4-BE49-F238E27FC236}">
                <a16:creationId xmlns:a16="http://schemas.microsoft.com/office/drawing/2014/main" id="{51EBBB3B-A217-FB9F-48FB-82D3EAE06E6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07962" y="5150155"/>
            <a:ext cx="270001" cy="270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197182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0" y="7759"/>
            <a:ext cx="12192000" cy="68580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37;p54"/>
          <p:cNvSpPr/>
          <p:nvPr/>
        </p:nvSpPr>
        <p:spPr>
          <a:xfrm>
            <a:off x="2549563" y="3436759"/>
            <a:ext cx="6821618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Através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nosso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100% on-line, que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interliga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tempo real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todos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nossos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locais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atendimento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Brasil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Integramos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devidamente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parametrizada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acordo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com as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especificações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eSocial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preparada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para, via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webservice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se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integrar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qualquer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software ERP do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32">
            <a:extLst>
              <a:ext uri="{FF2B5EF4-FFF2-40B4-BE49-F238E27FC236}">
                <a16:creationId xmlns:a16="http://schemas.microsoft.com/office/drawing/2014/main" id="{E801ED65-3969-4324-85A1-0554C4C1B11D}"/>
              </a:ext>
            </a:extLst>
          </p:cNvPr>
          <p:cNvSpPr txBox="1">
            <a:spLocks/>
          </p:cNvSpPr>
          <p:nvPr/>
        </p:nvSpPr>
        <p:spPr>
          <a:xfrm>
            <a:off x="4334219" y="2385312"/>
            <a:ext cx="6548958" cy="24754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Aileron Bold" panose="00000800000000000000" pitchFamily="50" charset="0"/>
              </a:rPr>
              <a:t>E-</a:t>
            </a:r>
            <a:r>
              <a:rPr lang="en-US" sz="6000" b="1" dirty="0">
                <a:solidFill>
                  <a:srgbClr val="FFCB00"/>
                </a:solidFill>
                <a:latin typeface="Aileron Bold" panose="00000800000000000000" pitchFamily="50" charset="0"/>
              </a:rPr>
              <a:t>social</a:t>
            </a:r>
          </a:p>
        </p:txBody>
      </p:sp>
      <p:sp>
        <p:nvSpPr>
          <p:cNvPr id="10" name="Retângulo 9"/>
          <p:cNvSpPr/>
          <p:nvPr/>
        </p:nvSpPr>
        <p:spPr>
          <a:xfrm>
            <a:off x="288234" y="0"/>
            <a:ext cx="683315" cy="4094922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9224938"/>
      </p:ext>
    </p:extLst>
  </p:cSld>
  <p:clrMapOvr>
    <a:masterClrMapping/>
  </p:clrMapOvr>
  <p:transition spd="slow" advClick="0" advTm="1000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0" y="7759"/>
            <a:ext cx="12192000" cy="68580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288234" y="0"/>
            <a:ext cx="683315" cy="4094922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32">
            <a:extLst>
              <a:ext uri="{FF2B5EF4-FFF2-40B4-BE49-F238E27FC236}">
                <a16:creationId xmlns:a16="http://schemas.microsoft.com/office/drawing/2014/main" id="{291B21CE-C647-1FBC-2A94-D5C231AE3B70}"/>
              </a:ext>
            </a:extLst>
          </p:cNvPr>
          <p:cNvSpPr txBox="1">
            <a:spLocks/>
          </p:cNvSpPr>
          <p:nvPr/>
        </p:nvSpPr>
        <p:spPr>
          <a:xfrm>
            <a:off x="2549563" y="2385312"/>
            <a:ext cx="8573362" cy="24754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Aileron Bold" panose="00000800000000000000" pitchFamily="50" charset="0"/>
              </a:rPr>
              <a:t>GESTÃO DO </a:t>
            </a:r>
            <a:r>
              <a:rPr lang="en-US" sz="6000" b="1" dirty="0">
                <a:solidFill>
                  <a:srgbClr val="FFCB00"/>
                </a:solidFill>
                <a:latin typeface="Aileron Bold" panose="00000800000000000000" pitchFamily="50" charset="0"/>
              </a:rPr>
              <a:t>FAP/NTEP</a:t>
            </a:r>
          </a:p>
        </p:txBody>
      </p:sp>
      <p:sp>
        <p:nvSpPr>
          <p:cNvPr id="5" name="Google Shape;337;p54">
            <a:extLst>
              <a:ext uri="{FF2B5EF4-FFF2-40B4-BE49-F238E27FC236}">
                <a16:creationId xmlns:a16="http://schemas.microsoft.com/office/drawing/2014/main" id="{96614A00-D1B3-0C7D-C6FC-B6A0BC92D97D}"/>
              </a:ext>
            </a:extLst>
          </p:cNvPr>
          <p:cNvSpPr/>
          <p:nvPr/>
        </p:nvSpPr>
        <p:spPr>
          <a:xfrm>
            <a:off x="2549563" y="3436759"/>
            <a:ext cx="682161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Através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1400" b="1" i="0" u="none" strike="noStrike" cap="none" dirty="0" err="1">
                <a:solidFill>
                  <a:schemeClr val="bg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seu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100% on-line, que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interligado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nosso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em tempo real, integra a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vez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devidamente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parametrizada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acordo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com as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especificações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da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Previdência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Social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estará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preparado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para, via webservice,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promover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acesso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acompanhamento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todas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etapas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processo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todos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stakeholders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envolvidos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etapa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9935671"/>
      </p:ext>
    </p:extLst>
  </p:cSld>
  <p:clrMapOvr>
    <a:masterClrMapping/>
  </p:clrMapOvr>
  <p:transition spd="slow" advClick="0" advTm="1000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B4960-3959-A0AA-4F73-00F7F7DE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55FB633-DF32-E7BC-D906-A3FB0DA085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EF8F001-E4B4-099E-1A1F-A846D2203363}"/>
              </a:ext>
            </a:extLst>
          </p:cNvPr>
          <p:cNvSpPr/>
          <p:nvPr/>
        </p:nvSpPr>
        <p:spPr>
          <a:xfrm>
            <a:off x="0" y="-9823"/>
            <a:ext cx="12192000" cy="68580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93E43A-5E9F-3EFA-B012-B271B2C45472}"/>
              </a:ext>
            </a:extLst>
          </p:cNvPr>
          <p:cNvSpPr/>
          <p:nvPr/>
        </p:nvSpPr>
        <p:spPr>
          <a:xfrm>
            <a:off x="288234" y="0"/>
            <a:ext cx="683315" cy="4094922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32">
            <a:extLst>
              <a:ext uri="{FF2B5EF4-FFF2-40B4-BE49-F238E27FC236}">
                <a16:creationId xmlns:a16="http://schemas.microsoft.com/office/drawing/2014/main" id="{5F356696-B9E2-5BCD-15B1-B0005F0514E2}"/>
              </a:ext>
            </a:extLst>
          </p:cNvPr>
          <p:cNvSpPr txBox="1">
            <a:spLocks/>
          </p:cNvSpPr>
          <p:nvPr/>
        </p:nvSpPr>
        <p:spPr>
          <a:xfrm>
            <a:off x="2549563" y="2385312"/>
            <a:ext cx="8573362" cy="24754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Aileron Bold" panose="00000800000000000000" pitchFamily="50" charset="0"/>
              </a:rPr>
              <a:t>RISCOS PSICOSSOCIAIS </a:t>
            </a:r>
            <a:r>
              <a:rPr lang="en-US" sz="6000" b="1" dirty="0">
                <a:solidFill>
                  <a:srgbClr val="FFCB00"/>
                </a:solidFill>
                <a:latin typeface="Aileron Bold" panose="00000800000000000000" pitchFamily="50" charset="0"/>
              </a:rPr>
              <a:t>NR1</a:t>
            </a:r>
          </a:p>
        </p:txBody>
      </p:sp>
      <p:sp>
        <p:nvSpPr>
          <p:cNvPr id="5" name="Google Shape;337;p54">
            <a:extLst>
              <a:ext uri="{FF2B5EF4-FFF2-40B4-BE49-F238E27FC236}">
                <a16:creationId xmlns:a16="http://schemas.microsoft.com/office/drawing/2014/main" id="{ECD7C49F-E222-B5C4-EE6C-0F4DDFEB93D6}"/>
              </a:ext>
            </a:extLst>
          </p:cNvPr>
          <p:cNvSpPr/>
          <p:nvPr/>
        </p:nvSpPr>
        <p:spPr>
          <a:xfrm>
            <a:off x="2549563" y="4079867"/>
            <a:ext cx="68216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Vigilância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Epidemiológica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estruturado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sob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medida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para a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integrado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demais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legislações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tema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864882"/>
      </p:ext>
    </p:extLst>
  </p:cSld>
  <p:clrMapOvr>
    <a:masterClrMapping/>
  </p:clrMapOvr>
  <p:transition spd="slow" advClick="0" advTm="1000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5" r="1629" b="14229"/>
          <a:stretch/>
        </p:blipFill>
        <p:spPr>
          <a:xfrm>
            <a:off x="-156667" y="-1"/>
            <a:ext cx="12380751" cy="685800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37" name="Retângulo 36"/>
          <p:cNvSpPr/>
          <p:nvPr/>
        </p:nvSpPr>
        <p:spPr>
          <a:xfrm>
            <a:off x="4090966" y="1880299"/>
            <a:ext cx="6454307" cy="3485785"/>
          </a:xfrm>
          <a:prstGeom prst="rect">
            <a:avLst/>
          </a:prstGeom>
          <a:solidFill>
            <a:schemeClr val="tx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E801ED65-3969-4324-85A1-0554C4C1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269" y="-595146"/>
            <a:ext cx="9923804" cy="2475445"/>
          </a:xfrm>
        </p:spPr>
        <p:txBody>
          <a:bodyPr/>
          <a:lstStyle/>
          <a:p>
            <a:r>
              <a:rPr lang="en-US" sz="6000" b="1" dirty="0">
                <a:solidFill>
                  <a:schemeClr val="bg1"/>
                </a:solidFill>
                <a:latin typeface="Aileron Bold" panose="00000800000000000000" pitchFamily="50" charset="0"/>
              </a:rPr>
              <a:t>Soluções </a:t>
            </a:r>
            <a:r>
              <a:rPr lang="en-US" sz="6000" dirty="0" err="1">
                <a:solidFill>
                  <a:srgbClr val="FFCB00"/>
                </a:solidFill>
                <a:latin typeface="Aileron Bold" panose="00000800000000000000" pitchFamily="50" charset="0"/>
              </a:rPr>
              <a:t>tudo</a:t>
            </a:r>
            <a:r>
              <a:rPr lang="en-US" sz="6000" dirty="0">
                <a:solidFill>
                  <a:srgbClr val="FFCB00"/>
                </a:solidFill>
                <a:latin typeface="Aileron Bold" panose="00000800000000000000" pitchFamily="50" charset="0"/>
              </a:rPr>
              <a:t> em um </a:t>
            </a:r>
            <a:r>
              <a:rPr lang="en-US" sz="6000" dirty="0" err="1">
                <a:solidFill>
                  <a:srgbClr val="FFCB00"/>
                </a:solidFill>
                <a:latin typeface="Aileron Bold" panose="00000800000000000000" pitchFamily="50" charset="0"/>
              </a:rPr>
              <a:t>só</a:t>
            </a:r>
            <a:r>
              <a:rPr lang="en-US" sz="6000" dirty="0">
                <a:solidFill>
                  <a:srgbClr val="FFCB00"/>
                </a:solidFill>
                <a:latin typeface="Aileron Bold" panose="00000800000000000000" pitchFamily="50" charset="0"/>
              </a:rPr>
              <a:t> </a:t>
            </a:r>
            <a:r>
              <a:rPr lang="en-US" sz="6000" dirty="0" err="1">
                <a:solidFill>
                  <a:srgbClr val="FFCB00"/>
                </a:solidFill>
                <a:latin typeface="Aileron Bold" panose="00000800000000000000" pitchFamily="50" charset="0"/>
              </a:rPr>
              <a:t>lugar</a:t>
            </a:r>
            <a:endParaRPr lang="en-US" sz="6000" b="1" dirty="0">
              <a:solidFill>
                <a:srgbClr val="FFCB00"/>
              </a:solidFill>
              <a:latin typeface="Aileron Bold" panose="00000800000000000000" pitchFamily="50" charset="0"/>
            </a:endParaRPr>
          </a:p>
        </p:txBody>
      </p:sp>
      <p:pic>
        <p:nvPicPr>
          <p:cNvPr id="8" name="Google Shape;22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428" y="5914456"/>
            <a:ext cx="11181144" cy="67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tângulo 21"/>
          <p:cNvSpPr/>
          <p:nvPr/>
        </p:nvSpPr>
        <p:spPr>
          <a:xfrm>
            <a:off x="1524733" y="2084542"/>
            <a:ext cx="8798362" cy="2977789"/>
          </a:xfrm>
          <a:prstGeom prst="rect">
            <a:avLst/>
          </a:prstGeom>
          <a:solidFill>
            <a:schemeClr val="tx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Google Shape;347;p55"/>
          <p:cNvSpPr/>
          <p:nvPr/>
        </p:nvSpPr>
        <p:spPr>
          <a:xfrm>
            <a:off x="1717237" y="2234630"/>
            <a:ext cx="474745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Gestão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Absenteísmo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Monitoramento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Telemedicina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Administração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Ambulatórios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Plano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Continuidade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Negócios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Locação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Mão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Obra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Locação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Veículo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Urgência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Emergência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48;p55"/>
          <p:cNvSpPr/>
          <p:nvPr/>
        </p:nvSpPr>
        <p:spPr>
          <a:xfrm>
            <a:off x="6109092" y="2234630"/>
            <a:ext cx="4747459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lang="en-US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Ergonômica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pt-BR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Campanhas Vacinais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pt-BR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Ginástica Laboral e afins</a:t>
            </a: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  <a:buFont typeface="Arial"/>
              <a:buChar char="✓"/>
            </a:pPr>
            <a:r>
              <a:rPr lang="pt-BR" sz="140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SIPAT Digital</a:t>
            </a:r>
            <a:endParaRPr dirty="0">
              <a:solidFill>
                <a:schemeClr val="bg1"/>
              </a:solidFill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A00"/>
              </a:buClr>
              <a:buSzPts val="1200"/>
            </a:pPr>
            <a:endParaRPr sz="140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20859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93E0-3B09-F5B5-BD8E-19B2A35B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m 70" descr="Forma&#10;&#10;Descrição gerada automaticamente com confiança média">
            <a:extLst>
              <a:ext uri="{FF2B5EF4-FFF2-40B4-BE49-F238E27FC236}">
                <a16:creationId xmlns:a16="http://schemas.microsoft.com/office/drawing/2014/main" id="{E4E74BB7-E5B4-BF97-EDFA-E5FCB028E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950"/>
            <a:ext cx="12192000" cy="6858000"/>
          </a:xfrm>
          <a:prstGeom prst="rect">
            <a:avLst/>
          </a:prstGeom>
        </p:spPr>
      </p:pic>
      <p:pic>
        <p:nvPicPr>
          <p:cNvPr id="4" name="Imagem 3" descr="Uma imagem contendo desenho&#10;&#10;Descrição gerada automaticamente">
            <a:extLst>
              <a:ext uri="{FF2B5EF4-FFF2-40B4-BE49-F238E27FC236}">
                <a16:creationId xmlns:a16="http://schemas.microsoft.com/office/drawing/2014/main" id="{B25F49B8-1E87-4E09-BB74-BCE206CC6E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290" y="6198929"/>
            <a:ext cx="1757496" cy="490289"/>
          </a:xfrm>
          <a:prstGeom prst="rect">
            <a:avLst/>
          </a:prstGeom>
        </p:spPr>
      </p:pic>
      <p:pic>
        <p:nvPicPr>
          <p:cNvPr id="6" name="Google Shape;357;p10">
            <a:extLst>
              <a:ext uri="{FF2B5EF4-FFF2-40B4-BE49-F238E27FC236}">
                <a16:creationId xmlns:a16="http://schemas.microsoft.com/office/drawing/2014/main" id="{86050A71-A5F7-2B00-D3F7-B0C7C7AD8653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1696" t="3759" r="14229" b="50000"/>
          <a:stretch/>
        </p:blipFill>
        <p:spPr>
          <a:xfrm>
            <a:off x="3688257" y="2886168"/>
            <a:ext cx="1056664" cy="670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58;p10">
            <a:extLst>
              <a:ext uri="{FF2B5EF4-FFF2-40B4-BE49-F238E27FC236}">
                <a16:creationId xmlns:a16="http://schemas.microsoft.com/office/drawing/2014/main" id="{D638C5B6-9F9B-298F-9015-D3CB68DEEA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9587" t="51757" r="58296" b="13726"/>
          <a:stretch/>
        </p:blipFill>
        <p:spPr>
          <a:xfrm>
            <a:off x="595619" y="5142859"/>
            <a:ext cx="1060545" cy="58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59;p10">
            <a:extLst>
              <a:ext uri="{FF2B5EF4-FFF2-40B4-BE49-F238E27FC236}">
                <a16:creationId xmlns:a16="http://schemas.microsoft.com/office/drawing/2014/main" id="{06F063B1-9BBF-18EA-5616-015ED3368BD1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4026" t="58254" r="940" b="13046"/>
          <a:stretch/>
        </p:blipFill>
        <p:spPr>
          <a:xfrm>
            <a:off x="5248500" y="4449095"/>
            <a:ext cx="1128450" cy="41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61;p10">
            <a:extLst>
              <a:ext uri="{FF2B5EF4-FFF2-40B4-BE49-F238E27FC236}">
                <a16:creationId xmlns:a16="http://schemas.microsoft.com/office/drawing/2014/main" id="{1A3362AF-04D0-127A-8B52-384437411FC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6927" t="11148" r="60681" b="54334"/>
          <a:stretch/>
        </p:blipFill>
        <p:spPr>
          <a:xfrm>
            <a:off x="2288808" y="3095375"/>
            <a:ext cx="930325" cy="500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62;p10">
            <a:extLst>
              <a:ext uri="{FF2B5EF4-FFF2-40B4-BE49-F238E27FC236}">
                <a16:creationId xmlns:a16="http://schemas.microsoft.com/office/drawing/2014/main" id="{449A8C3C-F803-6108-2227-AA3FA645525C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7034" r="2416" b="50000"/>
          <a:stretch/>
        </p:blipFill>
        <p:spPr>
          <a:xfrm>
            <a:off x="3869022" y="3639794"/>
            <a:ext cx="732365" cy="670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63;p10">
            <a:extLst>
              <a:ext uri="{FF2B5EF4-FFF2-40B4-BE49-F238E27FC236}">
                <a16:creationId xmlns:a16="http://schemas.microsoft.com/office/drawing/2014/main" id="{8146F2A1-3EC3-EB09-C1A1-67ECDE5A2417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05" t="46531" r="88085" b="7228"/>
          <a:stretch/>
        </p:blipFill>
        <p:spPr>
          <a:xfrm>
            <a:off x="5410733" y="3707528"/>
            <a:ext cx="803984" cy="670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64;p10">
            <a:extLst>
              <a:ext uri="{FF2B5EF4-FFF2-40B4-BE49-F238E27FC236}">
                <a16:creationId xmlns:a16="http://schemas.microsoft.com/office/drawing/2014/main" id="{B5F4BF51-57E7-AA75-B402-32B3F557C6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1404" t="54724" r="42301" b="16578"/>
          <a:stretch/>
        </p:blipFill>
        <p:spPr>
          <a:xfrm>
            <a:off x="514289" y="6072120"/>
            <a:ext cx="1223205" cy="41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65;p10">
            <a:extLst>
              <a:ext uri="{FF2B5EF4-FFF2-40B4-BE49-F238E27FC236}">
                <a16:creationId xmlns:a16="http://schemas.microsoft.com/office/drawing/2014/main" id="{93EB64AE-F588-713F-C11E-C3C920A1D1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3064" t="57934" r="69935" b="13367"/>
          <a:stretch/>
        </p:blipFill>
        <p:spPr>
          <a:xfrm>
            <a:off x="2098014" y="4599372"/>
            <a:ext cx="1276324" cy="41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66;p10">
            <a:extLst>
              <a:ext uri="{FF2B5EF4-FFF2-40B4-BE49-F238E27FC236}">
                <a16:creationId xmlns:a16="http://schemas.microsoft.com/office/drawing/2014/main" id="{D5531D36-A929-DC93-4451-F5D5F4A075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9139" t="46531" r="32368" b="7228"/>
          <a:stretch/>
        </p:blipFill>
        <p:spPr>
          <a:xfrm>
            <a:off x="2523185" y="3739820"/>
            <a:ext cx="461571" cy="485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367;p10">
            <a:extLst>
              <a:ext uri="{FF2B5EF4-FFF2-40B4-BE49-F238E27FC236}">
                <a16:creationId xmlns:a16="http://schemas.microsoft.com/office/drawing/2014/main" id="{D21FF243-C4A7-BD73-6F5D-88377C7BDB12}"/>
              </a:ext>
            </a:extLst>
          </p:cNvPr>
          <p:cNvCxnSpPr>
            <a:cxnSpLocks/>
          </p:cNvCxnSpPr>
          <p:nvPr/>
        </p:nvCxnSpPr>
        <p:spPr>
          <a:xfrm>
            <a:off x="4992655" y="1540566"/>
            <a:ext cx="0" cy="4055241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368;p10">
            <a:extLst>
              <a:ext uri="{FF2B5EF4-FFF2-40B4-BE49-F238E27FC236}">
                <a16:creationId xmlns:a16="http://schemas.microsoft.com/office/drawing/2014/main" id="{C3053B83-4F94-D5A2-B45C-19071D8428EA}"/>
              </a:ext>
            </a:extLst>
          </p:cNvPr>
          <p:cNvCxnSpPr>
            <a:cxnSpLocks/>
          </p:cNvCxnSpPr>
          <p:nvPr/>
        </p:nvCxnSpPr>
        <p:spPr>
          <a:xfrm>
            <a:off x="3476892" y="1353430"/>
            <a:ext cx="0" cy="4055241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" name="Google Shape;369;p10">
            <a:extLst>
              <a:ext uri="{FF2B5EF4-FFF2-40B4-BE49-F238E27FC236}">
                <a16:creationId xmlns:a16="http://schemas.microsoft.com/office/drawing/2014/main" id="{FFDD22D5-1ABC-F090-3FBF-9BBA0A0C3E32}"/>
              </a:ext>
            </a:extLst>
          </p:cNvPr>
          <p:cNvCxnSpPr>
            <a:cxnSpLocks/>
          </p:cNvCxnSpPr>
          <p:nvPr/>
        </p:nvCxnSpPr>
        <p:spPr>
          <a:xfrm>
            <a:off x="2029789" y="1540566"/>
            <a:ext cx="0" cy="4055241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" name="Google Shape;370;p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984968A-6EA9-644F-7436-CB3BAEC2E4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09255" y="5030797"/>
            <a:ext cx="1104373" cy="37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371;p10" descr="A picture containing text, sign, clipart&#10;&#10;Description automatically generated">
            <a:extLst>
              <a:ext uri="{FF2B5EF4-FFF2-40B4-BE49-F238E27FC236}">
                <a16:creationId xmlns:a16="http://schemas.microsoft.com/office/drawing/2014/main" id="{D6D973FF-249A-C2D9-F9DE-13726F1DD5E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685" y="2419936"/>
            <a:ext cx="1006410" cy="519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72;p10" descr="Logo, company name&#10;&#10;Description automatically generated">
            <a:extLst>
              <a:ext uri="{FF2B5EF4-FFF2-40B4-BE49-F238E27FC236}">
                <a16:creationId xmlns:a16="http://schemas.microsoft.com/office/drawing/2014/main" id="{1056FA52-9CE0-5E94-E526-39029791B77F}"/>
              </a:ext>
            </a:extLst>
          </p:cNvPr>
          <p:cNvPicPr preferRelativeResize="0"/>
          <p:nvPr/>
        </p:nvPicPr>
        <p:blipFill rotWithShape="1">
          <a:blip r:embed="rId9"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176685" y="1829008"/>
            <a:ext cx="1118982" cy="4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73;p10" descr="A screenshot of a video game&#10;&#10;Description automatically generated with low confidence">
            <a:extLst>
              <a:ext uri="{FF2B5EF4-FFF2-40B4-BE49-F238E27FC236}">
                <a16:creationId xmlns:a16="http://schemas.microsoft.com/office/drawing/2014/main" id="{55DF57C5-CA5C-0BF4-2008-8FE797BEEC20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5662" y="3445903"/>
            <a:ext cx="1160457" cy="2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74;p10" descr="Icon&#10;&#10;Description automatically generated">
            <a:extLst>
              <a:ext uri="{FF2B5EF4-FFF2-40B4-BE49-F238E27FC236}">
                <a16:creationId xmlns:a16="http://schemas.microsoft.com/office/drawing/2014/main" id="{AD912055-BD7E-8F80-297C-4CC834151CA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8518" y="4275753"/>
            <a:ext cx="888145" cy="470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76;p10" descr="A yellow license plate&#10;&#10;Description automatically generated">
            <a:extLst>
              <a:ext uri="{FF2B5EF4-FFF2-40B4-BE49-F238E27FC236}">
                <a16:creationId xmlns:a16="http://schemas.microsoft.com/office/drawing/2014/main" id="{2A94B256-11A7-84FD-DC73-E257CC8C10FE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62353" y="4458821"/>
            <a:ext cx="1113703" cy="322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77;p10" descr="Logo&#10;&#10;Description automatically generated">
            <a:extLst>
              <a:ext uri="{FF2B5EF4-FFF2-40B4-BE49-F238E27FC236}">
                <a16:creationId xmlns:a16="http://schemas.microsoft.com/office/drawing/2014/main" id="{828F8A53-39F8-0507-A2D6-E8EE73E892B6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2353" y="2176409"/>
            <a:ext cx="1147669" cy="669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78;p10" descr="Text&#10;&#10;Description automatically generated with medium confidence">
            <a:extLst>
              <a:ext uri="{FF2B5EF4-FFF2-40B4-BE49-F238E27FC236}">
                <a16:creationId xmlns:a16="http://schemas.microsoft.com/office/drawing/2014/main" id="{92278E9D-4C86-0D1A-6C30-0D05395C628E}"/>
              </a:ext>
            </a:extLst>
          </p:cNvPr>
          <p:cNvPicPr preferRelativeResize="0"/>
          <p:nvPr/>
        </p:nvPicPr>
        <p:blipFill rotWithShape="1">
          <a:blip r:embed="rId16">
            <a:alphaModFix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188687" y="2460058"/>
            <a:ext cx="1094977" cy="2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Imagem 26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BC5B6E41-F018-A05A-2EEE-3845B43AD7D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73" y="1687912"/>
            <a:ext cx="1110501" cy="544680"/>
          </a:xfrm>
          <a:prstGeom prst="rect">
            <a:avLst/>
          </a:prstGeom>
        </p:spPr>
      </p:pic>
      <p:pic>
        <p:nvPicPr>
          <p:cNvPr id="28" name="Imagem 27" descr="Logotipo&#10;&#10;Descrição gerada automaticamente com confiança baixa">
            <a:extLst>
              <a:ext uri="{FF2B5EF4-FFF2-40B4-BE49-F238E27FC236}">
                <a16:creationId xmlns:a16="http://schemas.microsoft.com/office/drawing/2014/main" id="{42A1B320-92F1-F348-275E-65280CDBF482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218" y="1055068"/>
            <a:ext cx="1161507" cy="687740"/>
          </a:xfrm>
          <a:prstGeom prst="rect">
            <a:avLst/>
          </a:prstGeom>
        </p:spPr>
      </p:pic>
      <p:pic>
        <p:nvPicPr>
          <p:cNvPr id="29" name="Imagem 28" descr="Logotipo, nome da empresa&#10;&#10;Descrição gerada automaticamente">
            <a:extLst>
              <a:ext uri="{FF2B5EF4-FFF2-40B4-BE49-F238E27FC236}">
                <a16:creationId xmlns:a16="http://schemas.microsoft.com/office/drawing/2014/main" id="{E2453AD9-A676-8C39-0918-757EEE2C03F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528" y="5830447"/>
            <a:ext cx="852569" cy="825795"/>
          </a:xfrm>
          <a:prstGeom prst="rect">
            <a:avLst/>
          </a:prstGeom>
        </p:spPr>
      </p:pic>
      <p:pic>
        <p:nvPicPr>
          <p:cNvPr id="30" name="Imagem 29" descr="Logotipo, nome da empresa&#10;&#10;Descrição gerada automaticamente">
            <a:extLst>
              <a:ext uri="{FF2B5EF4-FFF2-40B4-BE49-F238E27FC236}">
                <a16:creationId xmlns:a16="http://schemas.microsoft.com/office/drawing/2014/main" id="{A720D511-5821-D21B-81BE-D5DE1DB88553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1" t="32283" r="18402" b="29190"/>
          <a:stretch/>
        </p:blipFill>
        <p:spPr>
          <a:xfrm>
            <a:off x="564825" y="1081311"/>
            <a:ext cx="1008195" cy="344619"/>
          </a:xfrm>
          <a:prstGeom prst="rect">
            <a:avLst/>
          </a:prstGeom>
        </p:spPr>
      </p:pic>
      <p:pic>
        <p:nvPicPr>
          <p:cNvPr id="31" name="Imagem 30" descr="Desenho de cachorro com a língua de fora&#10;&#10;Descrição gerada automaticamente">
            <a:extLst>
              <a:ext uri="{FF2B5EF4-FFF2-40B4-BE49-F238E27FC236}">
                <a16:creationId xmlns:a16="http://schemas.microsoft.com/office/drawing/2014/main" id="{75A78A14-0FFF-09F5-452B-0C899B935CC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254" y="1157445"/>
            <a:ext cx="886669" cy="433706"/>
          </a:xfrm>
          <a:prstGeom prst="rect">
            <a:avLst/>
          </a:prstGeom>
          <a:effectLst>
            <a:outerShdw blurRad="50800" dist="50800" dir="5400000" algn="ctr" rotWithShape="0">
              <a:srgbClr val="FFFFFF"/>
            </a:outerShdw>
          </a:effectLst>
        </p:spPr>
      </p:pic>
      <p:pic>
        <p:nvPicPr>
          <p:cNvPr id="32" name="Imagem 31" descr="Logotipo, nome da empresa&#10;&#10;Descrição gerada automaticamente">
            <a:extLst>
              <a:ext uri="{FF2B5EF4-FFF2-40B4-BE49-F238E27FC236}">
                <a16:creationId xmlns:a16="http://schemas.microsoft.com/office/drawing/2014/main" id="{73017CBD-EE88-5255-215B-844C66BF3127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171" y="5692436"/>
            <a:ext cx="1276324" cy="384404"/>
          </a:xfrm>
          <a:prstGeom prst="rect">
            <a:avLst/>
          </a:prstGeom>
        </p:spPr>
      </p:pic>
      <p:pic>
        <p:nvPicPr>
          <p:cNvPr id="33" name="Imagem 32" descr="Uma imagem contendo Forma&#10;&#10;Descrição gerada automaticamente">
            <a:extLst>
              <a:ext uri="{FF2B5EF4-FFF2-40B4-BE49-F238E27FC236}">
                <a16:creationId xmlns:a16="http://schemas.microsoft.com/office/drawing/2014/main" id="{B0042699-B1F7-2775-B6AF-E18FE66F1139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723" y="5330816"/>
            <a:ext cx="974907" cy="528803"/>
          </a:xfrm>
          <a:prstGeom prst="rect">
            <a:avLst/>
          </a:prstGeom>
        </p:spPr>
      </p:pic>
      <p:pic>
        <p:nvPicPr>
          <p:cNvPr id="34" name="Imagem 33" descr="Logotipo&#10;&#10;Descrição gerada automaticamente">
            <a:extLst>
              <a:ext uri="{FF2B5EF4-FFF2-40B4-BE49-F238E27FC236}">
                <a16:creationId xmlns:a16="http://schemas.microsoft.com/office/drawing/2014/main" id="{A856B8DA-8C0D-8250-F0CA-6E5F782EED65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656" y="4939307"/>
            <a:ext cx="832314" cy="774492"/>
          </a:xfrm>
          <a:prstGeom prst="rect">
            <a:avLst/>
          </a:prstGeom>
        </p:spPr>
      </p:pic>
      <p:pic>
        <p:nvPicPr>
          <p:cNvPr id="35" name="Imagem 34" descr="Logotipo&#10;&#10;Descrição gerada automaticamente">
            <a:extLst>
              <a:ext uri="{FF2B5EF4-FFF2-40B4-BE49-F238E27FC236}">
                <a16:creationId xmlns:a16="http://schemas.microsoft.com/office/drawing/2014/main" id="{0E245C4F-94C6-78CE-C389-4A3039EAE310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750" y="1698462"/>
            <a:ext cx="1375464" cy="394983"/>
          </a:xfrm>
          <a:prstGeom prst="rect">
            <a:avLst/>
          </a:prstGeom>
        </p:spPr>
      </p:pic>
      <p:pic>
        <p:nvPicPr>
          <p:cNvPr id="36" name="Imagem 35" descr="Logotipo, nome da empresa&#10;&#10;Descrição gerada automaticamente">
            <a:extLst>
              <a:ext uri="{FF2B5EF4-FFF2-40B4-BE49-F238E27FC236}">
                <a16:creationId xmlns:a16="http://schemas.microsoft.com/office/drawing/2014/main" id="{A67C3873-047D-5B7A-A8F5-4A61B3A8265A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80" b="20423"/>
          <a:stretch/>
        </p:blipFill>
        <p:spPr>
          <a:xfrm>
            <a:off x="1938530" y="6072120"/>
            <a:ext cx="1396195" cy="591808"/>
          </a:xfrm>
          <a:prstGeom prst="rect">
            <a:avLst/>
          </a:prstGeom>
        </p:spPr>
      </p:pic>
      <p:pic>
        <p:nvPicPr>
          <p:cNvPr id="38" name="Imagem 37" descr="Uma imagem contendo Logotipo&#10;&#10;Descrição gerada automaticamente">
            <a:extLst>
              <a:ext uri="{FF2B5EF4-FFF2-40B4-BE49-F238E27FC236}">
                <a16:creationId xmlns:a16="http://schemas.microsoft.com/office/drawing/2014/main" id="{F9FD2465-48DE-CACF-BA59-D1B65286AF0D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80" t="32792" r="7545" b="27645"/>
          <a:stretch/>
        </p:blipFill>
        <p:spPr>
          <a:xfrm>
            <a:off x="2075328" y="483124"/>
            <a:ext cx="1401564" cy="580516"/>
          </a:xfrm>
          <a:prstGeom prst="rect">
            <a:avLst/>
          </a:prstGeom>
        </p:spPr>
      </p:pic>
      <p:pic>
        <p:nvPicPr>
          <p:cNvPr id="39" name="Imagem 38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9BD528FF-34B4-542C-F7CB-41F3726A094B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98" t="38924" r="10437" b="35500"/>
          <a:stretch/>
        </p:blipFill>
        <p:spPr>
          <a:xfrm>
            <a:off x="384207" y="544550"/>
            <a:ext cx="1416766" cy="416221"/>
          </a:xfrm>
          <a:prstGeom prst="rect">
            <a:avLst/>
          </a:prstGeom>
        </p:spPr>
      </p:pic>
      <p:pic>
        <p:nvPicPr>
          <p:cNvPr id="40" name="Imagem 39" descr="Uma imagem contendo Texto&#10;&#10;Descrição gerada automaticamente">
            <a:extLst>
              <a:ext uri="{FF2B5EF4-FFF2-40B4-BE49-F238E27FC236}">
                <a16:creationId xmlns:a16="http://schemas.microsoft.com/office/drawing/2014/main" id="{F270BB9C-B2A7-CBE5-953F-0FCE4CA7D622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75" t="23981" r="12457" b="36961"/>
          <a:stretch/>
        </p:blipFill>
        <p:spPr>
          <a:xfrm>
            <a:off x="5066062" y="6083441"/>
            <a:ext cx="1280534" cy="674450"/>
          </a:xfrm>
          <a:prstGeom prst="rect">
            <a:avLst/>
          </a:prstGeom>
        </p:spPr>
      </p:pic>
      <p:sp>
        <p:nvSpPr>
          <p:cNvPr id="72" name="CaixaDeTexto 71">
            <a:extLst>
              <a:ext uri="{FF2B5EF4-FFF2-40B4-BE49-F238E27FC236}">
                <a16:creationId xmlns:a16="http://schemas.microsoft.com/office/drawing/2014/main" id="{F1EAAD21-A4A5-F86C-39CD-09605FF663FE}"/>
              </a:ext>
            </a:extLst>
          </p:cNvPr>
          <p:cNvSpPr txBox="1"/>
          <p:nvPr/>
        </p:nvSpPr>
        <p:spPr>
          <a:xfrm>
            <a:off x="0" y="6642556"/>
            <a:ext cx="26741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Copyright©. Todos os direitos reservados a Sabrina Ferreira</a:t>
            </a:r>
          </a:p>
        </p:txBody>
      </p:sp>
      <p:pic>
        <p:nvPicPr>
          <p:cNvPr id="2" name="Google Shape;356;p10">
            <a:extLst>
              <a:ext uri="{FF2B5EF4-FFF2-40B4-BE49-F238E27FC236}">
                <a16:creationId xmlns:a16="http://schemas.microsoft.com/office/drawing/2014/main" id="{5EA548D4-38B8-D73F-F235-70F816467AC3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0007" t="10652" r="45156" b="54832"/>
          <a:stretch/>
        </p:blipFill>
        <p:spPr>
          <a:xfrm>
            <a:off x="5146171" y="3020540"/>
            <a:ext cx="1212366" cy="5625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" name="Google Shape;367;p10">
            <a:extLst>
              <a:ext uri="{FF2B5EF4-FFF2-40B4-BE49-F238E27FC236}">
                <a16:creationId xmlns:a16="http://schemas.microsoft.com/office/drawing/2014/main" id="{49AA0A51-C459-E561-468E-7AE7E36C57ED}"/>
              </a:ext>
            </a:extLst>
          </p:cNvPr>
          <p:cNvCxnSpPr/>
          <p:nvPr/>
        </p:nvCxnSpPr>
        <p:spPr>
          <a:xfrm>
            <a:off x="11294346" y="2419936"/>
            <a:ext cx="0" cy="4557205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" name="Google Shape;368;p10">
            <a:extLst>
              <a:ext uri="{FF2B5EF4-FFF2-40B4-BE49-F238E27FC236}">
                <a16:creationId xmlns:a16="http://schemas.microsoft.com/office/drawing/2014/main" id="{8FB04D5C-0B82-71ED-98DB-7AB42F5DB57F}"/>
              </a:ext>
            </a:extLst>
          </p:cNvPr>
          <p:cNvCxnSpPr/>
          <p:nvPr/>
        </p:nvCxnSpPr>
        <p:spPr>
          <a:xfrm>
            <a:off x="9681820" y="2419936"/>
            <a:ext cx="0" cy="4557205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" name="Google Shape;369;p10">
            <a:extLst>
              <a:ext uri="{FF2B5EF4-FFF2-40B4-BE49-F238E27FC236}">
                <a16:creationId xmlns:a16="http://schemas.microsoft.com/office/drawing/2014/main" id="{1DA9DD33-948C-E93A-A9E6-C2F6336AE7AE}"/>
              </a:ext>
            </a:extLst>
          </p:cNvPr>
          <p:cNvCxnSpPr/>
          <p:nvPr/>
        </p:nvCxnSpPr>
        <p:spPr>
          <a:xfrm>
            <a:off x="8069294" y="2419936"/>
            <a:ext cx="0" cy="4557205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0" name="Imagem 59" descr="Logotipo, nome da empresa&#10;&#10;Descrição gerada automaticamente">
            <a:extLst>
              <a:ext uri="{FF2B5EF4-FFF2-40B4-BE49-F238E27FC236}">
                <a16:creationId xmlns:a16="http://schemas.microsoft.com/office/drawing/2014/main" id="{B5397CD0-EFD7-A9BD-5E95-428E3C402B93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1" t="32283" r="18402" b="29190"/>
          <a:stretch/>
        </p:blipFill>
        <p:spPr>
          <a:xfrm>
            <a:off x="6687648" y="6196227"/>
            <a:ext cx="1097411" cy="387276"/>
          </a:xfrm>
          <a:prstGeom prst="rect">
            <a:avLst/>
          </a:prstGeom>
        </p:spPr>
      </p:pic>
      <p:pic>
        <p:nvPicPr>
          <p:cNvPr id="63" name="Imagem 62" descr="Uma imagem contendo Forma&#10;&#10;Descrição gerada automaticamente">
            <a:extLst>
              <a:ext uri="{FF2B5EF4-FFF2-40B4-BE49-F238E27FC236}">
                <a16:creationId xmlns:a16="http://schemas.microsoft.com/office/drawing/2014/main" id="{65B07711-F926-F526-9112-93ADB60685A0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534" y="5392216"/>
            <a:ext cx="1061177" cy="594259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2EE09701-C4C2-7124-4CB3-31EBF81D9A0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176" y="4459030"/>
            <a:ext cx="889437" cy="812572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7CDBABCD-43CB-8866-D0F8-5D4639DA5B8B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753" y="4197316"/>
            <a:ext cx="1280738" cy="313931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EF73F18E-48C1-97B1-22F9-DF035F3A4BAF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BEBA8EAE-BF5A-486C-A8C5-ECC9F3942E4B}">
                <a14:imgProps xmlns:a14="http://schemas.microsoft.com/office/drawing/2010/main">
                  <a14:imgLayer r:embed="rId4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72" y="2310057"/>
            <a:ext cx="1007743" cy="562583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4925863C-174C-1F14-D8A8-7967C5F8983F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BEBA8EAE-BF5A-486C-A8C5-ECC9F3942E4B}">
                <a14:imgProps xmlns:a14="http://schemas.microsoft.com/office/drawing/2010/main">
                  <a14:imgLayer r:embed="rId4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198" y="5604225"/>
            <a:ext cx="2061209" cy="1456098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16B7BE1F-992A-4FB1-C25E-AD902A0C7DFD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extLst>
              <a:ext uri="{BEBA8EAE-BF5A-486C-A8C5-ECC9F3942E4B}">
                <a14:imgProps xmlns:a14="http://schemas.microsoft.com/office/drawing/2010/main">
                  <a14:imgLayer r:embed="rId51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4927" b="13236"/>
          <a:stretch>
            <a:fillRect/>
          </a:stretch>
        </p:blipFill>
        <p:spPr>
          <a:xfrm>
            <a:off x="8289169" y="5326553"/>
            <a:ext cx="1182829" cy="280265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4DB08FE9-7967-4205-BC87-FB057994AB92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205" y="4616381"/>
            <a:ext cx="1371154" cy="539035"/>
          </a:xfrm>
          <a:prstGeom prst="rect">
            <a:avLst/>
          </a:prstGeom>
        </p:spPr>
      </p:pic>
      <p:pic>
        <p:nvPicPr>
          <p:cNvPr id="77" name="Imagem 76" descr="imagem">
            <a:extLst>
              <a:ext uri="{FF2B5EF4-FFF2-40B4-BE49-F238E27FC236}">
                <a16:creationId xmlns:a16="http://schemas.microsoft.com/office/drawing/2014/main" id="{5111AF5A-3E28-41DC-8162-0D22EBAE5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8" y="3968043"/>
            <a:ext cx="1004597" cy="50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Imagem 77">
            <a:extLst>
              <a:ext uri="{FF2B5EF4-FFF2-40B4-BE49-F238E27FC236}">
                <a16:creationId xmlns:a16="http://schemas.microsoft.com/office/drawing/2014/main" id="{0038E4AD-FFCF-401B-847C-0AC56AFDE82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5098" y="3419129"/>
            <a:ext cx="1004597" cy="392272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ADB87314-4159-9D88-B185-00FE9BD03B6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584" y="3019583"/>
            <a:ext cx="1413326" cy="242429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C504BC1B-830C-A06B-E292-FA2D48911D0F}"/>
              </a:ext>
            </a:extLst>
          </p:cNvPr>
          <p:cNvPicPr>
            <a:picLocks noChangeAspect="1"/>
          </p:cNvPicPr>
          <p:nvPr/>
        </p:nvPicPr>
        <p:blipFill rotWithShape="1">
          <a:blip r:embed="rId6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7" t="10397" r="667" b="10086"/>
          <a:stretch>
            <a:fillRect/>
          </a:stretch>
        </p:blipFill>
        <p:spPr>
          <a:xfrm>
            <a:off x="9770918" y="5392216"/>
            <a:ext cx="1434330" cy="504117"/>
          </a:xfrm>
          <a:prstGeom prst="rect">
            <a:avLst/>
          </a:prstGeom>
        </p:spPr>
      </p:pic>
      <p:pic>
        <p:nvPicPr>
          <p:cNvPr id="84" name="Imagem 83">
            <a:extLst>
              <a:ext uri="{FF2B5EF4-FFF2-40B4-BE49-F238E27FC236}">
                <a16:creationId xmlns:a16="http://schemas.microsoft.com/office/drawing/2014/main" id="{25A6408D-A571-CDE4-629B-76B59E698419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BEBA8EAE-BF5A-486C-A8C5-ECC9F3942E4B}">
                <a14:imgProps xmlns:a14="http://schemas.microsoft.com/office/drawing/2010/main">
                  <a14:imgLayer r:embed="rId6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588" y="4328759"/>
            <a:ext cx="942625" cy="942625"/>
          </a:xfrm>
          <a:prstGeom prst="rect">
            <a:avLst/>
          </a:prstGeom>
        </p:spPr>
      </p:pic>
      <p:pic>
        <p:nvPicPr>
          <p:cNvPr id="86" name="Imagem 85">
            <a:extLst>
              <a:ext uri="{FF2B5EF4-FFF2-40B4-BE49-F238E27FC236}">
                <a16:creationId xmlns:a16="http://schemas.microsoft.com/office/drawing/2014/main" id="{7796D770-4A8C-B16A-A1C7-374EA51CC2FE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BEBA8EAE-BF5A-486C-A8C5-ECC9F3942E4B}">
                <a14:imgProps xmlns:a14="http://schemas.microsoft.com/office/drawing/2010/main">
                  <a14:imgLayer r:embed="rId6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222" y="2062029"/>
            <a:ext cx="951910" cy="951910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E0313F22-225D-4E9C-D6B0-650962807C1F}"/>
              </a:ext>
            </a:extLst>
          </p:cNvPr>
          <p:cNvPicPr>
            <a:picLocks noChangeAspect="1"/>
          </p:cNvPicPr>
          <p:nvPr/>
        </p:nvPicPr>
        <p:blipFill>
          <a:blip r:embed="rId65" cstate="print">
            <a:extLst>
              <a:ext uri="{BEBA8EAE-BF5A-486C-A8C5-ECC9F3942E4B}">
                <a14:imgProps xmlns:a14="http://schemas.microsoft.com/office/drawing/2010/main">
                  <a14:imgLayer r:embed="rId6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34" y="3451227"/>
            <a:ext cx="1056664" cy="579726"/>
          </a:xfrm>
          <a:prstGeom prst="rect">
            <a:avLst/>
          </a:prstGeom>
        </p:spPr>
      </p:pic>
      <p:pic>
        <p:nvPicPr>
          <p:cNvPr id="90" name="Imagem 89">
            <a:extLst>
              <a:ext uri="{FF2B5EF4-FFF2-40B4-BE49-F238E27FC236}">
                <a16:creationId xmlns:a16="http://schemas.microsoft.com/office/drawing/2014/main" id="{0EEDCC89-EB64-16BC-8044-3C524550C6F0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50" b="21717"/>
          <a:stretch>
            <a:fillRect/>
          </a:stretch>
        </p:blipFill>
        <p:spPr>
          <a:xfrm>
            <a:off x="6748322" y="3325157"/>
            <a:ext cx="1124651" cy="705068"/>
          </a:xfrm>
          <a:prstGeom prst="rect">
            <a:avLst/>
          </a:prstGeom>
        </p:spPr>
      </p:pic>
      <p:pic>
        <p:nvPicPr>
          <p:cNvPr id="94" name="Imagem 93">
            <a:extLst>
              <a:ext uri="{FF2B5EF4-FFF2-40B4-BE49-F238E27FC236}">
                <a16:creationId xmlns:a16="http://schemas.microsoft.com/office/drawing/2014/main" id="{71C192A0-0F34-9980-DEE5-9C2BD0B6A84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854" b="27062"/>
          <a:stretch>
            <a:fillRect/>
          </a:stretch>
        </p:blipFill>
        <p:spPr>
          <a:xfrm>
            <a:off x="9886137" y="3656939"/>
            <a:ext cx="1135526" cy="550129"/>
          </a:xfrm>
          <a:prstGeom prst="rect">
            <a:avLst/>
          </a:prstGeom>
        </p:spPr>
      </p:pic>
      <p:pic>
        <p:nvPicPr>
          <p:cNvPr id="96" name="Imagem 95">
            <a:extLst>
              <a:ext uri="{FF2B5EF4-FFF2-40B4-BE49-F238E27FC236}">
                <a16:creationId xmlns:a16="http://schemas.microsoft.com/office/drawing/2014/main" id="{0CC62900-E00B-3517-91CA-2DFF451BE254}"/>
              </a:ext>
            </a:extLst>
          </p:cNvPr>
          <p:cNvPicPr>
            <a:picLocks noChangeAspect="1"/>
          </p:cNvPicPr>
          <p:nvPr/>
        </p:nvPicPr>
        <p:blipFill>
          <a:blip r:embed="rId7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792" y="2395864"/>
            <a:ext cx="1079625" cy="694715"/>
          </a:xfrm>
          <a:prstGeom prst="rect">
            <a:avLst/>
          </a:prstGeom>
        </p:spPr>
      </p:pic>
      <p:pic>
        <p:nvPicPr>
          <p:cNvPr id="98" name="Imagem 97">
            <a:extLst>
              <a:ext uri="{FF2B5EF4-FFF2-40B4-BE49-F238E27FC236}">
                <a16:creationId xmlns:a16="http://schemas.microsoft.com/office/drawing/2014/main" id="{A213904E-A255-B776-1E4B-1A086D794F46}"/>
              </a:ext>
            </a:extLst>
          </p:cNvPr>
          <p:cNvPicPr>
            <a:picLocks noChangeAspect="1"/>
          </p:cNvPicPr>
          <p:nvPr/>
        </p:nvPicPr>
        <p:blipFill>
          <a:blip r:embed="rId7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860" y="2612556"/>
            <a:ext cx="906546" cy="833347"/>
          </a:xfrm>
          <a:prstGeom prst="rect">
            <a:avLst/>
          </a:prstGeom>
        </p:spPr>
      </p:pic>
      <p:pic>
        <p:nvPicPr>
          <p:cNvPr id="100" name="Imagem 99">
            <a:extLst>
              <a:ext uri="{FF2B5EF4-FFF2-40B4-BE49-F238E27FC236}">
                <a16:creationId xmlns:a16="http://schemas.microsoft.com/office/drawing/2014/main" id="{1AE41FEC-622D-73A0-E4E5-7ED44EBFED6A}"/>
              </a:ext>
            </a:extLst>
          </p:cNvPr>
          <p:cNvPicPr>
            <a:picLocks noChangeAspect="1"/>
          </p:cNvPicPr>
          <p:nvPr/>
        </p:nvPicPr>
        <p:blipFill>
          <a:blip r:embed="rId7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517" y="2986631"/>
            <a:ext cx="1232332" cy="73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08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24B54-86D2-3801-2682-1A06AEF8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7284361E-FA94-EBFF-0304-64A01A86BF36}"/>
              </a:ext>
            </a:extLst>
          </p:cNvPr>
          <p:cNvSpPr txBox="1">
            <a:spLocks/>
          </p:cNvSpPr>
          <p:nvPr/>
        </p:nvSpPr>
        <p:spPr>
          <a:xfrm>
            <a:off x="999678" y="510681"/>
            <a:ext cx="8659443" cy="1097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pt-B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" panose="00000500000000000000" pitchFamily="2" charset="0"/>
            </a:endParaRPr>
          </a:p>
          <a:p>
            <a:pPr algn="l" fontAlgn="base">
              <a:spcBef>
                <a:spcPct val="0"/>
              </a:spcBef>
            </a:pPr>
            <a:r>
              <a:rPr lang="pt-BR" sz="4800" b="1" dirty="0">
                <a:latin typeface="Aileron Bold" panose="00000800000000000000" pitchFamily="50" charset="0"/>
              </a:rPr>
              <a:t>Nossa </a:t>
            </a:r>
            <a:r>
              <a:rPr lang="pt-BR" sz="4800" b="1" dirty="0">
                <a:solidFill>
                  <a:srgbClr val="FFCA00"/>
                </a:solidFill>
                <a:latin typeface="Aileron Bold" panose="00000800000000000000" pitchFamily="50" charset="0"/>
              </a:rPr>
              <a:t>Força</a:t>
            </a:r>
            <a:r>
              <a:rPr lang="pt-BR" sz="4800" b="1" dirty="0">
                <a:latin typeface="Aileron Bold" panose="00000800000000000000" pitchFamily="50" charset="0"/>
              </a:rPr>
              <a:t> em Números</a:t>
            </a:r>
          </a:p>
          <a:p>
            <a:pPr fontAlgn="base"/>
            <a:endParaRPr lang="pt-B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" panose="00000500000000000000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789D02D-C8BB-302A-183B-7D38A6E30F24}"/>
              </a:ext>
            </a:extLst>
          </p:cNvPr>
          <p:cNvSpPr/>
          <p:nvPr/>
        </p:nvSpPr>
        <p:spPr>
          <a:xfrm>
            <a:off x="1141310" y="2435345"/>
            <a:ext cx="1273489" cy="1292822"/>
          </a:xfrm>
          <a:prstGeom prst="ellipse">
            <a:avLst/>
          </a:prstGeom>
          <a:solidFill>
            <a:srgbClr val="FFC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3C50"/>
                </a:solidFill>
              </a:defRPr>
            </a:pPr>
            <a:endParaRPr dirty="0"/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35F7EA1E-33CE-0AC0-4A46-8D5E3E3813C1}"/>
              </a:ext>
            </a:extLst>
          </p:cNvPr>
          <p:cNvSpPr/>
          <p:nvPr/>
        </p:nvSpPr>
        <p:spPr>
          <a:xfrm>
            <a:off x="2932071" y="2435345"/>
            <a:ext cx="1273489" cy="129282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5" name="Oval 2">
            <a:extLst>
              <a:ext uri="{FF2B5EF4-FFF2-40B4-BE49-F238E27FC236}">
                <a16:creationId xmlns:a16="http://schemas.microsoft.com/office/drawing/2014/main" id="{BEEDA960-B393-DFBD-D36E-A41E61D251DA}"/>
              </a:ext>
            </a:extLst>
          </p:cNvPr>
          <p:cNvSpPr/>
          <p:nvPr/>
        </p:nvSpPr>
        <p:spPr>
          <a:xfrm>
            <a:off x="4689540" y="2435345"/>
            <a:ext cx="1273489" cy="1292822"/>
          </a:xfrm>
          <a:prstGeom prst="ellipse">
            <a:avLst/>
          </a:prstGeom>
          <a:solidFill>
            <a:srgbClr val="FFC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3C50"/>
                </a:solidFill>
              </a:defRPr>
            </a:pPr>
            <a:endParaRPr dirty="0"/>
          </a:p>
        </p:txBody>
      </p:sp>
      <p:sp>
        <p:nvSpPr>
          <p:cNvPr id="16" name="Oval 3">
            <a:extLst>
              <a:ext uri="{FF2B5EF4-FFF2-40B4-BE49-F238E27FC236}">
                <a16:creationId xmlns:a16="http://schemas.microsoft.com/office/drawing/2014/main" id="{EB0C9EC5-3C14-D4A0-C7CD-9B0204B45B96}"/>
              </a:ext>
            </a:extLst>
          </p:cNvPr>
          <p:cNvSpPr/>
          <p:nvPr/>
        </p:nvSpPr>
        <p:spPr>
          <a:xfrm>
            <a:off x="6447009" y="2435345"/>
            <a:ext cx="1273489" cy="129282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7" name="Oval 2">
            <a:extLst>
              <a:ext uri="{FF2B5EF4-FFF2-40B4-BE49-F238E27FC236}">
                <a16:creationId xmlns:a16="http://schemas.microsoft.com/office/drawing/2014/main" id="{8D0D749D-4B5A-190A-0FCE-901DABCB0FD6}"/>
              </a:ext>
            </a:extLst>
          </p:cNvPr>
          <p:cNvSpPr/>
          <p:nvPr/>
        </p:nvSpPr>
        <p:spPr>
          <a:xfrm>
            <a:off x="8204478" y="2435345"/>
            <a:ext cx="1273489" cy="1292822"/>
          </a:xfrm>
          <a:prstGeom prst="ellipse">
            <a:avLst/>
          </a:prstGeom>
          <a:solidFill>
            <a:srgbClr val="FFC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23C50"/>
                </a:solidFill>
              </a:defRPr>
            </a:pPr>
            <a:endParaRPr dirty="0"/>
          </a:p>
        </p:txBody>
      </p:sp>
      <p:sp>
        <p:nvSpPr>
          <p:cNvPr id="27" name="Oval 3">
            <a:extLst>
              <a:ext uri="{FF2B5EF4-FFF2-40B4-BE49-F238E27FC236}">
                <a16:creationId xmlns:a16="http://schemas.microsoft.com/office/drawing/2014/main" id="{CFBBFC50-AC5B-2D00-108C-E4BF8D03D15E}"/>
              </a:ext>
            </a:extLst>
          </p:cNvPr>
          <p:cNvSpPr/>
          <p:nvPr/>
        </p:nvSpPr>
        <p:spPr>
          <a:xfrm>
            <a:off x="9961947" y="2435345"/>
            <a:ext cx="1273489" cy="129282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5B5EAA7-F1C6-3DA6-B46C-7FFD882DAFE8}"/>
              </a:ext>
            </a:extLst>
          </p:cNvPr>
          <p:cNvSpPr/>
          <p:nvPr/>
        </p:nvSpPr>
        <p:spPr>
          <a:xfrm>
            <a:off x="999679" y="2303355"/>
            <a:ext cx="1539433" cy="1562582"/>
          </a:xfrm>
          <a:prstGeom prst="ellipse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8B33C48E-5E0D-F13E-4BED-84E4F4B738BB}"/>
              </a:ext>
            </a:extLst>
          </p:cNvPr>
          <p:cNvSpPr/>
          <p:nvPr/>
        </p:nvSpPr>
        <p:spPr>
          <a:xfrm>
            <a:off x="2799098" y="2300465"/>
            <a:ext cx="1539433" cy="1562582"/>
          </a:xfrm>
          <a:prstGeom prst="ellipse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0059705A-0D9E-EA52-4C1C-3AA41EAD7574}"/>
              </a:ext>
            </a:extLst>
          </p:cNvPr>
          <p:cNvSpPr/>
          <p:nvPr/>
        </p:nvSpPr>
        <p:spPr>
          <a:xfrm>
            <a:off x="4556567" y="2281984"/>
            <a:ext cx="1539433" cy="1562582"/>
          </a:xfrm>
          <a:prstGeom prst="ellipse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0419BB19-5B3A-2438-2C64-31530AA8898B}"/>
              </a:ext>
            </a:extLst>
          </p:cNvPr>
          <p:cNvSpPr/>
          <p:nvPr/>
        </p:nvSpPr>
        <p:spPr>
          <a:xfrm>
            <a:off x="6332836" y="2300465"/>
            <a:ext cx="1539433" cy="1562582"/>
          </a:xfrm>
          <a:prstGeom prst="ellipse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09C7BC4-07AD-63BB-C6AB-F06F70EBAAC3}"/>
              </a:ext>
            </a:extLst>
          </p:cNvPr>
          <p:cNvSpPr/>
          <p:nvPr/>
        </p:nvSpPr>
        <p:spPr>
          <a:xfrm>
            <a:off x="8071505" y="2300465"/>
            <a:ext cx="1539433" cy="1562582"/>
          </a:xfrm>
          <a:prstGeom prst="ellipse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B418AE03-377F-32E3-39DA-DDBC2A3DC8B7}"/>
              </a:ext>
            </a:extLst>
          </p:cNvPr>
          <p:cNvSpPr/>
          <p:nvPr/>
        </p:nvSpPr>
        <p:spPr>
          <a:xfrm>
            <a:off x="9821749" y="2300465"/>
            <a:ext cx="1539433" cy="1562582"/>
          </a:xfrm>
          <a:prstGeom prst="ellipse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3" name="Gráfico 42" descr="Diversos estrutura de tópicos">
            <a:extLst>
              <a:ext uri="{FF2B5EF4-FFF2-40B4-BE49-F238E27FC236}">
                <a16:creationId xmlns:a16="http://schemas.microsoft.com/office/drawing/2014/main" id="{06AB97F8-3BEF-FCBC-175C-E0C4E8785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3653" y="2801067"/>
            <a:ext cx="497711" cy="497711"/>
          </a:xfrm>
          <a:prstGeom prst="rect">
            <a:avLst/>
          </a:prstGeom>
        </p:spPr>
      </p:pic>
      <p:pic>
        <p:nvPicPr>
          <p:cNvPr id="44" name="Gráfico 43" descr="Diversos estrutura de tópicos">
            <a:extLst>
              <a:ext uri="{FF2B5EF4-FFF2-40B4-BE49-F238E27FC236}">
                <a16:creationId xmlns:a16="http://schemas.microsoft.com/office/drawing/2014/main" id="{1051934D-5B37-7EDC-0B58-81AE3FD81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3848" y="2827110"/>
            <a:ext cx="497711" cy="497711"/>
          </a:xfrm>
          <a:prstGeom prst="rect">
            <a:avLst/>
          </a:prstGeom>
        </p:spPr>
      </p:pic>
      <p:pic>
        <p:nvPicPr>
          <p:cNvPr id="45" name="Gráfico 44" descr="Diversos estrutura de tópicos">
            <a:extLst>
              <a:ext uri="{FF2B5EF4-FFF2-40B4-BE49-F238E27FC236}">
                <a16:creationId xmlns:a16="http://schemas.microsoft.com/office/drawing/2014/main" id="{01B724E7-B9B4-EED7-D08D-C0BCDC631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7342" y="2801067"/>
            <a:ext cx="497711" cy="497711"/>
          </a:xfrm>
          <a:prstGeom prst="rect">
            <a:avLst/>
          </a:prstGeom>
        </p:spPr>
      </p:pic>
      <p:pic>
        <p:nvPicPr>
          <p:cNvPr id="46" name="Gráfico 45" descr="Diversos estrutura de tópicos">
            <a:extLst>
              <a:ext uri="{FF2B5EF4-FFF2-40B4-BE49-F238E27FC236}">
                <a16:creationId xmlns:a16="http://schemas.microsoft.com/office/drawing/2014/main" id="{6245921E-E387-8BA8-D879-762E20EB0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7586" y="2793164"/>
            <a:ext cx="497711" cy="497711"/>
          </a:xfrm>
          <a:prstGeom prst="rect">
            <a:avLst/>
          </a:prstGeom>
        </p:spPr>
      </p:pic>
      <p:pic>
        <p:nvPicPr>
          <p:cNvPr id="48" name="Gráfico 47" descr="Diversos estrutura de tópicos">
            <a:extLst>
              <a:ext uri="{FF2B5EF4-FFF2-40B4-BE49-F238E27FC236}">
                <a16:creationId xmlns:a16="http://schemas.microsoft.com/office/drawing/2014/main" id="{48A45144-7CA9-A9B3-1ADC-4E98EB2EEB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77967" y="2814419"/>
            <a:ext cx="497711" cy="497711"/>
          </a:xfrm>
          <a:prstGeom prst="rect">
            <a:avLst/>
          </a:prstGeom>
        </p:spPr>
      </p:pic>
      <p:pic>
        <p:nvPicPr>
          <p:cNvPr id="49" name="Gráfico 48" descr="Edifício estrutura de tópicos">
            <a:extLst>
              <a:ext uri="{FF2B5EF4-FFF2-40B4-BE49-F238E27FC236}">
                <a16:creationId xmlns:a16="http://schemas.microsoft.com/office/drawing/2014/main" id="{9BB3E35F-26D5-7A40-82B0-2C776F6D42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4868" y="2644027"/>
            <a:ext cx="914400" cy="914400"/>
          </a:xfrm>
          <a:prstGeom prst="rect">
            <a:avLst/>
          </a:prstGeom>
        </p:spPr>
      </p:pic>
      <p:pic>
        <p:nvPicPr>
          <p:cNvPr id="50" name="Gráfico 49" descr="Cuidado estrutura de tópicos">
            <a:extLst>
              <a:ext uri="{FF2B5EF4-FFF2-40B4-BE49-F238E27FC236}">
                <a16:creationId xmlns:a16="http://schemas.microsoft.com/office/drawing/2014/main" id="{5196FA55-3F1F-3C5E-AA9D-1BC6F8771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9083" y="2592722"/>
            <a:ext cx="914400" cy="914400"/>
          </a:xfrm>
          <a:prstGeom prst="rect">
            <a:avLst/>
          </a:prstGeom>
        </p:spPr>
      </p:pic>
      <p:pic>
        <p:nvPicPr>
          <p:cNvPr id="51" name="Gráfico 50" descr="Médica estrutura de tópicos">
            <a:extLst>
              <a:ext uri="{FF2B5EF4-FFF2-40B4-BE49-F238E27FC236}">
                <a16:creationId xmlns:a16="http://schemas.microsoft.com/office/drawing/2014/main" id="{9E15F1CB-F7E9-456C-0094-7735B85D1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023" y="2618765"/>
            <a:ext cx="914400" cy="914400"/>
          </a:xfrm>
          <a:prstGeom prst="rect">
            <a:avLst/>
          </a:prstGeom>
        </p:spPr>
      </p:pic>
      <p:sp>
        <p:nvSpPr>
          <p:cNvPr id="52" name="CaixaDeTexto 51">
            <a:extLst>
              <a:ext uri="{FF2B5EF4-FFF2-40B4-BE49-F238E27FC236}">
                <a16:creationId xmlns:a16="http://schemas.microsoft.com/office/drawing/2014/main" id="{A5E3A8B5-5187-E26B-A3E3-057F6AD1FB31}"/>
              </a:ext>
            </a:extLst>
          </p:cNvPr>
          <p:cNvSpPr txBox="1"/>
          <p:nvPr/>
        </p:nvSpPr>
        <p:spPr>
          <a:xfrm>
            <a:off x="1428773" y="2707963"/>
            <a:ext cx="8891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Amasis MT Pro Light" panose="020F0502020204030204" pitchFamily="18" charset="0"/>
              </a:rPr>
              <a:t>34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54AADE5-A1C0-F80B-0ED4-9ED88E5EE03F}"/>
              </a:ext>
            </a:extLst>
          </p:cNvPr>
          <p:cNvSpPr txBox="1"/>
          <p:nvPr/>
        </p:nvSpPr>
        <p:spPr>
          <a:xfrm>
            <a:off x="6730441" y="2707963"/>
            <a:ext cx="827600" cy="7694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Amasis MT Pro Light" panose="020F0502020204030204" pitchFamily="18" charset="0"/>
              </a:rPr>
              <a:t>27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714E8FC2-00A6-FEA1-DAA6-35DC5998F399}"/>
              </a:ext>
            </a:extLst>
          </p:cNvPr>
          <p:cNvSpPr txBox="1"/>
          <p:nvPr/>
        </p:nvSpPr>
        <p:spPr>
          <a:xfrm>
            <a:off x="930230" y="4987043"/>
            <a:ext cx="166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Sommet Rounded Bold"/>
              </a:rPr>
              <a:t>Anos de Experiência</a:t>
            </a:r>
          </a:p>
        </p:txBody>
      </p: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BBCBF9A4-8F09-8DE3-2C1B-05E7FBC86AB4}"/>
              </a:ext>
            </a:extLst>
          </p:cNvPr>
          <p:cNvCxnSpPr/>
          <p:nvPr/>
        </p:nvCxnSpPr>
        <p:spPr>
          <a:xfrm>
            <a:off x="1763608" y="3728167"/>
            <a:ext cx="0" cy="1206294"/>
          </a:xfrm>
          <a:prstGeom prst="straightConnector1">
            <a:avLst/>
          </a:prstGeom>
          <a:ln>
            <a:solidFill>
              <a:srgbClr val="0E16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D46E615C-685B-F016-B011-546F06D3C135}"/>
              </a:ext>
            </a:extLst>
          </p:cNvPr>
          <p:cNvCxnSpPr>
            <a:cxnSpLocks/>
          </p:cNvCxnSpPr>
          <p:nvPr/>
        </p:nvCxnSpPr>
        <p:spPr>
          <a:xfrm>
            <a:off x="3568814" y="3728167"/>
            <a:ext cx="0" cy="603147"/>
          </a:xfrm>
          <a:prstGeom prst="straightConnector1">
            <a:avLst/>
          </a:prstGeom>
          <a:ln>
            <a:solidFill>
              <a:srgbClr val="0E16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19F9E7C-21E6-1C34-FA51-C54F450DE2F7}"/>
              </a:ext>
            </a:extLst>
          </p:cNvPr>
          <p:cNvSpPr txBox="1"/>
          <p:nvPr/>
        </p:nvSpPr>
        <p:spPr>
          <a:xfrm>
            <a:off x="2692508" y="4329989"/>
            <a:ext cx="166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Sommet Rounded Bold"/>
              </a:rPr>
              <a:t>16 Unidades</a:t>
            </a:r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6C349150-2C4A-A3E4-81D1-6AFE66FBAD80}"/>
              </a:ext>
            </a:extLst>
          </p:cNvPr>
          <p:cNvCxnSpPr/>
          <p:nvPr/>
        </p:nvCxnSpPr>
        <p:spPr>
          <a:xfrm>
            <a:off x="5326283" y="3726842"/>
            <a:ext cx="0" cy="1206294"/>
          </a:xfrm>
          <a:prstGeom prst="straightConnector1">
            <a:avLst/>
          </a:prstGeom>
          <a:ln>
            <a:solidFill>
              <a:srgbClr val="0E16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381FF56-4CC0-BA2D-F1A9-1D09ED02FC49}"/>
              </a:ext>
            </a:extLst>
          </p:cNvPr>
          <p:cNvSpPr txBox="1"/>
          <p:nvPr/>
        </p:nvSpPr>
        <p:spPr>
          <a:xfrm>
            <a:off x="4452703" y="4987043"/>
            <a:ext cx="166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Sommet Rounded Bold"/>
              </a:rPr>
              <a:t>+550k Vidas Gerenciadas</a:t>
            </a:r>
          </a:p>
        </p:txBody>
      </p: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347C12BA-7D76-4BFA-F191-FCBF33FCFE0F}"/>
              </a:ext>
            </a:extLst>
          </p:cNvPr>
          <p:cNvCxnSpPr>
            <a:cxnSpLocks/>
          </p:cNvCxnSpPr>
          <p:nvPr/>
        </p:nvCxnSpPr>
        <p:spPr>
          <a:xfrm>
            <a:off x="7102552" y="3726842"/>
            <a:ext cx="0" cy="603147"/>
          </a:xfrm>
          <a:prstGeom prst="straightConnector1">
            <a:avLst/>
          </a:prstGeom>
          <a:ln>
            <a:solidFill>
              <a:srgbClr val="0E16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6DFBD25A-3A81-1B21-C1FC-2F8B354C1A00}"/>
              </a:ext>
            </a:extLst>
          </p:cNvPr>
          <p:cNvSpPr txBox="1"/>
          <p:nvPr/>
        </p:nvSpPr>
        <p:spPr>
          <a:xfrm>
            <a:off x="6270922" y="4329989"/>
            <a:ext cx="166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Sommet Rounded Bold"/>
              </a:rPr>
              <a:t>Estados Atendidos</a:t>
            </a:r>
          </a:p>
        </p:txBody>
      </p: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FAC80633-8752-B1D6-AFBD-8F4C3BAB48EE}"/>
              </a:ext>
            </a:extLst>
          </p:cNvPr>
          <p:cNvCxnSpPr/>
          <p:nvPr/>
        </p:nvCxnSpPr>
        <p:spPr>
          <a:xfrm>
            <a:off x="8841221" y="3726842"/>
            <a:ext cx="0" cy="1206294"/>
          </a:xfrm>
          <a:prstGeom prst="straightConnector1">
            <a:avLst/>
          </a:prstGeom>
          <a:ln>
            <a:solidFill>
              <a:srgbClr val="0E16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C83A309A-B521-956E-9CAE-25ADE4E86BBF}"/>
              </a:ext>
            </a:extLst>
          </p:cNvPr>
          <p:cNvSpPr txBox="1"/>
          <p:nvPr/>
        </p:nvSpPr>
        <p:spPr>
          <a:xfrm>
            <a:off x="7992367" y="4980987"/>
            <a:ext cx="166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Sommet Rounded Bold"/>
              </a:rPr>
              <a:t>+700 Clínicas Credenciadas</a:t>
            </a:r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47C3C662-89F7-7F61-DE0D-42568DFA25DD}"/>
              </a:ext>
            </a:extLst>
          </p:cNvPr>
          <p:cNvCxnSpPr>
            <a:cxnSpLocks/>
          </p:cNvCxnSpPr>
          <p:nvPr/>
        </p:nvCxnSpPr>
        <p:spPr>
          <a:xfrm>
            <a:off x="10598691" y="3726842"/>
            <a:ext cx="0" cy="603147"/>
          </a:xfrm>
          <a:prstGeom prst="straightConnector1">
            <a:avLst/>
          </a:prstGeom>
          <a:ln>
            <a:solidFill>
              <a:srgbClr val="0E16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776CAC7B-6022-E0DB-F557-6FD0B526736F}"/>
              </a:ext>
            </a:extLst>
          </p:cNvPr>
          <p:cNvSpPr txBox="1"/>
          <p:nvPr/>
        </p:nvSpPr>
        <p:spPr>
          <a:xfrm>
            <a:off x="9694427" y="4373333"/>
            <a:ext cx="1666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Sommet Rounded Bold"/>
              </a:rPr>
              <a:t>+5k Clientes Atendidos</a:t>
            </a:r>
          </a:p>
        </p:txBody>
      </p:sp>
      <p:pic>
        <p:nvPicPr>
          <p:cNvPr id="66" name="Gráfico 65" descr="Gráfico linear estrutura de tópicos">
            <a:extLst>
              <a:ext uri="{FF2B5EF4-FFF2-40B4-BE49-F238E27FC236}">
                <a16:creationId xmlns:a16="http://schemas.microsoft.com/office/drawing/2014/main" id="{DC629672-E558-5AD6-747F-71E9B146B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1491" y="2611710"/>
            <a:ext cx="914400" cy="914400"/>
          </a:xfrm>
          <a:prstGeom prst="rect">
            <a:avLst/>
          </a:prstGeom>
        </p:spPr>
      </p:pic>
      <p:pic>
        <p:nvPicPr>
          <p:cNvPr id="68" name="Google Shape;220;p2">
            <a:extLst>
              <a:ext uri="{FF2B5EF4-FFF2-40B4-BE49-F238E27FC236}">
                <a16:creationId xmlns:a16="http://schemas.microsoft.com/office/drawing/2014/main" id="{D390AE36-6AAE-0B6B-AF1B-36E2CDB0CB1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5428" y="5914456"/>
            <a:ext cx="11181144" cy="675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5757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1997242"/>
            <a:ext cx="12192000" cy="1179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reeform: Shape 58">
            <a:extLst>
              <a:ext uri="{FF2B5EF4-FFF2-40B4-BE49-F238E27FC236}">
                <a16:creationId xmlns:a16="http://schemas.microsoft.com/office/drawing/2014/main" id="{D9E950BB-DC66-4E83-9370-D4072FDA2A4B}"/>
              </a:ext>
            </a:extLst>
          </p:cNvPr>
          <p:cNvSpPr/>
          <p:nvPr/>
        </p:nvSpPr>
        <p:spPr>
          <a:xfrm>
            <a:off x="425016" y="3715885"/>
            <a:ext cx="11640603" cy="2500313"/>
          </a:xfrm>
          <a:custGeom>
            <a:avLst/>
            <a:gdLst>
              <a:gd name="connsiteX0" fmla="*/ 1882774 w 3805674"/>
              <a:gd name="connsiteY0" fmla="*/ 0 h 6858000"/>
              <a:gd name="connsiteX1" fmla="*/ 1902837 w 3805674"/>
              <a:gd name="connsiteY1" fmla="*/ 0 h 6858000"/>
              <a:gd name="connsiteX2" fmla="*/ 3805671 w 3805674"/>
              <a:gd name="connsiteY2" fmla="*/ 0 h 6858000"/>
              <a:gd name="connsiteX3" fmla="*/ 3805671 w 3805674"/>
              <a:gd name="connsiteY3" fmla="*/ 1902778 h 6858000"/>
              <a:gd name="connsiteX4" fmla="*/ 3805674 w 3805674"/>
              <a:gd name="connsiteY4" fmla="*/ 1902837 h 6858000"/>
              <a:gd name="connsiteX5" fmla="*/ 3805674 w 3805674"/>
              <a:gd name="connsiteY5" fmla="*/ 4955163 h 6858000"/>
              <a:gd name="connsiteX6" fmla="*/ 2097391 w 3805674"/>
              <a:gd name="connsiteY6" fmla="*/ 6848176 h 6858000"/>
              <a:gd name="connsiteX7" fmla="*/ 1908175 w 3805674"/>
              <a:gd name="connsiteY7" fmla="*/ 6857730 h 6858000"/>
              <a:gd name="connsiteX8" fmla="*/ 1908175 w 3805674"/>
              <a:gd name="connsiteY8" fmla="*/ 6858000 h 6858000"/>
              <a:gd name="connsiteX9" fmla="*/ 1902837 w 3805674"/>
              <a:gd name="connsiteY9" fmla="*/ 6858000 h 6858000"/>
              <a:gd name="connsiteX10" fmla="*/ 1 w 3805674"/>
              <a:gd name="connsiteY10" fmla="*/ 6858000 h 6858000"/>
              <a:gd name="connsiteX11" fmla="*/ 1 w 3805674"/>
              <a:gd name="connsiteY11" fmla="*/ 4955185 h 6858000"/>
              <a:gd name="connsiteX12" fmla="*/ 0 w 3805674"/>
              <a:gd name="connsiteY12" fmla="*/ 4955163 h 6858000"/>
              <a:gd name="connsiteX13" fmla="*/ 0 w 3805674"/>
              <a:gd name="connsiteY13" fmla="*/ 1902837 h 6858000"/>
              <a:gd name="connsiteX14" fmla="*/ 1708283 w 3805674"/>
              <a:gd name="connsiteY14" fmla="*/ 9824 h 6858000"/>
              <a:gd name="connsiteX15" fmla="*/ 1882774 w 3805674"/>
              <a:gd name="connsiteY15" fmla="*/ 10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05674" h="6858000">
                <a:moveTo>
                  <a:pt x="1882774" y="0"/>
                </a:moveTo>
                <a:lnTo>
                  <a:pt x="1902837" y="0"/>
                </a:lnTo>
                <a:lnTo>
                  <a:pt x="3805671" y="0"/>
                </a:lnTo>
                <a:lnTo>
                  <a:pt x="3805671" y="1902778"/>
                </a:lnTo>
                <a:lnTo>
                  <a:pt x="3805674" y="1902837"/>
                </a:lnTo>
                <a:lnTo>
                  <a:pt x="3805674" y="4955163"/>
                </a:lnTo>
                <a:cubicBezTo>
                  <a:pt x="3805674" y="5940389"/>
                  <a:pt x="3056908" y="6750732"/>
                  <a:pt x="2097391" y="6848176"/>
                </a:cubicBezTo>
                <a:lnTo>
                  <a:pt x="1908175" y="6857730"/>
                </a:lnTo>
                <a:lnTo>
                  <a:pt x="1908175" y="6858000"/>
                </a:lnTo>
                <a:lnTo>
                  <a:pt x="1902837" y="6858000"/>
                </a:lnTo>
                <a:lnTo>
                  <a:pt x="1" y="6858000"/>
                </a:lnTo>
                <a:lnTo>
                  <a:pt x="1" y="4955185"/>
                </a:lnTo>
                <a:lnTo>
                  <a:pt x="0" y="4955163"/>
                </a:lnTo>
                <a:lnTo>
                  <a:pt x="0" y="1902837"/>
                </a:lnTo>
                <a:cubicBezTo>
                  <a:pt x="0" y="917611"/>
                  <a:pt x="748766" y="107269"/>
                  <a:pt x="1708283" y="9824"/>
                </a:cubicBezTo>
                <a:lnTo>
                  <a:pt x="1882774" y="1013"/>
                </a:lnTo>
                <a:close/>
              </a:path>
            </a:pathLst>
          </a:custGeom>
          <a:solidFill>
            <a:srgbClr val="FFC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Freeform: Shape 57">
            <a:extLst>
              <a:ext uri="{FF2B5EF4-FFF2-40B4-BE49-F238E27FC236}">
                <a16:creationId xmlns:a16="http://schemas.microsoft.com/office/drawing/2014/main" id="{2F3B57D7-4DE7-4EEA-94D9-15512DA62705}"/>
              </a:ext>
            </a:extLst>
          </p:cNvPr>
          <p:cNvSpPr/>
          <p:nvPr/>
        </p:nvSpPr>
        <p:spPr>
          <a:xfrm>
            <a:off x="156117" y="3512445"/>
            <a:ext cx="11640603" cy="2500313"/>
          </a:xfrm>
          <a:custGeom>
            <a:avLst/>
            <a:gdLst>
              <a:gd name="connsiteX0" fmla="*/ 1882774 w 3805674"/>
              <a:gd name="connsiteY0" fmla="*/ 0 h 6858000"/>
              <a:gd name="connsiteX1" fmla="*/ 1902837 w 3805674"/>
              <a:gd name="connsiteY1" fmla="*/ 0 h 6858000"/>
              <a:gd name="connsiteX2" fmla="*/ 3805671 w 3805674"/>
              <a:gd name="connsiteY2" fmla="*/ 0 h 6858000"/>
              <a:gd name="connsiteX3" fmla="*/ 3805671 w 3805674"/>
              <a:gd name="connsiteY3" fmla="*/ 1902778 h 6858000"/>
              <a:gd name="connsiteX4" fmla="*/ 3805674 w 3805674"/>
              <a:gd name="connsiteY4" fmla="*/ 1902837 h 6858000"/>
              <a:gd name="connsiteX5" fmla="*/ 3805674 w 3805674"/>
              <a:gd name="connsiteY5" fmla="*/ 4955163 h 6858000"/>
              <a:gd name="connsiteX6" fmla="*/ 2097391 w 3805674"/>
              <a:gd name="connsiteY6" fmla="*/ 6848176 h 6858000"/>
              <a:gd name="connsiteX7" fmla="*/ 1908175 w 3805674"/>
              <a:gd name="connsiteY7" fmla="*/ 6857730 h 6858000"/>
              <a:gd name="connsiteX8" fmla="*/ 1908175 w 3805674"/>
              <a:gd name="connsiteY8" fmla="*/ 6858000 h 6858000"/>
              <a:gd name="connsiteX9" fmla="*/ 1902837 w 3805674"/>
              <a:gd name="connsiteY9" fmla="*/ 6858000 h 6858000"/>
              <a:gd name="connsiteX10" fmla="*/ 1 w 3805674"/>
              <a:gd name="connsiteY10" fmla="*/ 6858000 h 6858000"/>
              <a:gd name="connsiteX11" fmla="*/ 1 w 3805674"/>
              <a:gd name="connsiteY11" fmla="*/ 4955185 h 6858000"/>
              <a:gd name="connsiteX12" fmla="*/ 0 w 3805674"/>
              <a:gd name="connsiteY12" fmla="*/ 4955163 h 6858000"/>
              <a:gd name="connsiteX13" fmla="*/ 0 w 3805674"/>
              <a:gd name="connsiteY13" fmla="*/ 1902837 h 6858000"/>
              <a:gd name="connsiteX14" fmla="*/ 1708283 w 3805674"/>
              <a:gd name="connsiteY14" fmla="*/ 9824 h 6858000"/>
              <a:gd name="connsiteX15" fmla="*/ 1882774 w 3805674"/>
              <a:gd name="connsiteY15" fmla="*/ 10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05674" h="6858000">
                <a:moveTo>
                  <a:pt x="1882774" y="0"/>
                </a:moveTo>
                <a:lnTo>
                  <a:pt x="1902837" y="0"/>
                </a:lnTo>
                <a:lnTo>
                  <a:pt x="3805671" y="0"/>
                </a:lnTo>
                <a:lnTo>
                  <a:pt x="3805671" y="1902778"/>
                </a:lnTo>
                <a:lnTo>
                  <a:pt x="3805674" y="1902837"/>
                </a:lnTo>
                <a:lnTo>
                  <a:pt x="3805674" y="4955163"/>
                </a:lnTo>
                <a:cubicBezTo>
                  <a:pt x="3805674" y="5940389"/>
                  <a:pt x="3056908" y="6750732"/>
                  <a:pt x="2097391" y="6848176"/>
                </a:cubicBezTo>
                <a:lnTo>
                  <a:pt x="1908175" y="6857730"/>
                </a:lnTo>
                <a:lnTo>
                  <a:pt x="1908175" y="6858000"/>
                </a:lnTo>
                <a:lnTo>
                  <a:pt x="1902837" y="6858000"/>
                </a:lnTo>
                <a:lnTo>
                  <a:pt x="1" y="6858000"/>
                </a:lnTo>
                <a:lnTo>
                  <a:pt x="1" y="4955185"/>
                </a:lnTo>
                <a:lnTo>
                  <a:pt x="0" y="4955163"/>
                </a:lnTo>
                <a:lnTo>
                  <a:pt x="0" y="1902837"/>
                </a:lnTo>
                <a:cubicBezTo>
                  <a:pt x="0" y="917611"/>
                  <a:pt x="748766" y="107269"/>
                  <a:pt x="1708283" y="9824"/>
                </a:cubicBezTo>
                <a:lnTo>
                  <a:pt x="1882774" y="10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90500" dir="1800000" algn="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" name="CaixaDeTexto 20"/>
          <p:cNvSpPr txBox="1"/>
          <p:nvPr/>
        </p:nvSpPr>
        <p:spPr>
          <a:xfrm>
            <a:off x="667078" y="2134900"/>
            <a:ext cx="106186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FFCA00"/>
                </a:solidFill>
                <a:latin typeface="Montserrat Black" panose="00000A00000000000000" pitchFamily="2" charset="0"/>
              </a:rPr>
              <a:t>CERTIFICAÇÕES DE </a:t>
            </a:r>
            <a:r>
              <a:rPr lang="pt-BR" sz="2800" dirty="0">
                <a:solidFill>
                  <a:srgbClr val="FFCA00"/>
                </a:solidFill>
                <a:latin typeface="Montserrat Black" panose="00000A00000000000000" pitchFamily="2" charset="0"/>
                <a:ea typeface="Arial"/>
                <a:cs typeface="Arial"/>
                <a:sym typeface="Arial"/>
              </a:rPr>
              <a:t>TECNOLOGIA </a:t>
            </a:r>
          </a:p>
          <a:p>
            <a:pPr algn="ctr"/>
            <a:r>
              <a:rPr lang="pt-BR" sz="2800" dirty="0">
                <a:solidFill>
                  <a:srgbClr val="FFCA00"/>
                </a:solidFill>
                <a:latin typeface="Montserrat Black" panose="00000A00000000000000" pitchFamily="2" charset="0"/>
                <a:ea typeface="Arial"/>
                <a:cs typeface="Arial"/>
                <a:sym typeface="Arial"/>
              </a:rPr>
              <a:t>E PROTEÇÃO PARA OS DADOS</a:t>
            </a:r>
          </a:p>
          <a:p>
            <a:endParaRPr lang="pt-BR" dirty="0"/>
          </a:p>
        </p:txBody>
      </p:sp>
      <p:sp>
        <p:nvSpPr>
          <p:cNvPr id="22" name="Title 32">
            <a:extLst>
              <a:ext uri="{FF2B5EF4-FFF2-40B4-BE49-F238E27FC236}">
                <a16:creationId xmlns:a16="http://schemas.microsoft.com/office/drawing/2014/main" id="{E801ED65-3969-4324-85A1-0554C4C1B11D}"/>
              </a:ext>
            </a:extLst>
          </p:cNvPr>
          <p:cNvSpPr txBox="1">
            <a:spLocks/>
          </p:cNvSpPr>
          <p:nvPr/>
        </p:nvSpPr>
        <p:spPr>
          <a:xfrm>
            <a:off x="297891" y="462253"/>
            <a:ext cx="6548958" cy="24754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err="1">
                <a:latin typeface="Aileron Bold" panose="00000800000000000000" pitchFamily="50" charset="0"/>
              </a:rPr>
              <a:t>Mais</a:t>
            </a:r>
            <a:r>
              <a:rPr lang="en-US" sz="4800" b="1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4800" b="1" dirty="0" err="1">
                <a:solidFill>
                  <a:srgbClr val="FFCB00"/>
                </a:solidFill>
                <a:latin typeface="Aileron Bold" panose="00000800000000000000" pitchFamily="50" charset="0"/>
              </a:rPr>
              <a:t>Diferenciais</a:t>
            </a:r>
            <a:r>
              <a:rPr lang="en-US" sz="4800" b="1" dirty="0">
                <a:solidFill>
                  <a:srgbClr val="FFCB00"/>
                </a:solidFill>
                <a:latin typeface="Aileron Bold" panose="00000800000000000000" pitchFamily="50" charset="0"/>
              </a:rPr>
              <a:t>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8D34ABC-99F2-7C9D-E370-BB6F798C723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870" y="4446720"/>
            <a:ext cx="1506251" cy="63176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A9FE75C-0697-D523-E4B9-2B55CC7B0D5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309" y="4178634"/>
            <a:ext cx="1373962" cy="137396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16FA5D3-FAF2-0392-667F-4BA339BCE7B3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879" y="4186442"/>
            <a:ext cx="1474112" cy="122842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1A19664-82E9-42B1-B90F-B8135400C4F2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590" y="4186442"/>
            <a:ext cx="1352381" cy="127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06003"/>
      </p:ext>
    </p:extLst>
  </p:cSld>
  <p:clrMapOvr>
    <a:masterClrMapping/>
  </p:clrMapOvr>
  <p:transition spd="slow" advClick="0" advTm="1000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7"/>
          <p:cNvSpPr txBox="1"/>
          <p:nvPr/>
        </p:nvSpPr>
        <p:spPr>
          <a:xfrm>
            <a:off x="2705538" y="346654"/>
            <a:ext cx="7859854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Vamos</a:t>
            </a:r>
            <a:r>
              <a:rPr lang="en-US" sz="6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600" b="1" i="0" u="none" strike="noStrike" cap="none" dirty="0" err="1">
                <a:solidFill>
                  <a:srgbClr val="FFCB00"/>
                </a:solidFill>
                <a:latin typeface="Arial"/>
                <a:ea typeface="Arial"/>
                <a:cs typeface="Arial"/>
                <a:sym typeface="Arial"/>
              </a:rPr>
              <a:t>conversar</a:t>
            </a:r>
            <a:r>
              <a:rPr lang="en-US" sz="6600" b="1" i="0" u="none" strike="noStrike" cap="none" dirty="0">
                <a:solidFill>
                  <a:srgbClr val="FFCB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1" i="0" u="none" strike="noStrike" cap="none" dirty="0">
              <a:solidFill>
                <a:srgbClr val="FFCB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7"/>
          <p:cNvSpPr/>
          <p:nvPr/>
        </p:nvSpPr>
        <p:spPr>
          <a:xfrm>
            <a:off x="2222642" y="2065777"/>
            <a:ext cx="3650951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Podemos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agendar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conversa para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entendermos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pouco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necessidades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 sua empresa e para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pensarmos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juntos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 CRED MHS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pode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integrar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sua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Google Shape;471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9613"/>
            <a:ext cx="11899557" cy="57018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7"/>
          <p:cNvSpPr/>
          <p:nvPr/>
        </p:nvSpPr>
        <p:spPr>
          <a:xfrm rot="5400000">
            <a:off x="11494040" y="-30294"/>
            <a:ext cx="246223" cy="1149693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7"/>
          <p:cNvSpPr txBox="1"/>
          <p:nvPr/>
        </p:nvSpPr>
        <p:spPr>
          <a:xfrm>
            <a:off x="11064573" y="421441"/>
            <a:ext cx="3577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0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7319219" y="1675047"/>
            <a:ext cx="3723086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+55 (21) 98896-7369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www.linkedin.com/in/sabrinaferreira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sabrina.ferreira@credmhs.com.br</a:t>
            </a:r>
            <a:r>
              <a:rPr lang="en-US" sz="1600" b="0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www.credmhs.com.br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57" descr="Ico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79998" y="2827452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7" descr="Icon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79998" y="184964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7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76398" y="2337532"/>
            <a:ext cx="3636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79998" y="3320739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/>
          <p:cNvSpPr/>
          <p:nvPr/>
        </p:nvSpPr>
        <p:spPr>
          <a:xfrm>
            <a:off x="10912642" y="228600"/>
            <a:ext cx="1279356" cy="6256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288234" y="0"/>
            <a:ext cx="683315" cy="4094922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319336" y="4791750"/>
            <a:ext cx="6412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CB00"/>
                </a:solidFill>
                <a:latin typeface="Arial Black" panose="020B0A04020102020204" pitchFamily="34" charset="0"/>
              </a:rPr>
              <a:t>Sabrina Ferreira</a:t>
            </a: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Executiva de Negócios</a:t>
            </a:r>
          </a:p>
        </p:txBody>
      </p:sp>
      <p:pic>
        <p:nvPicPr>
          <p:cNvPr id="13" name="Imagem 12" descr="Foto em preto e branco de mulher sorrindo&#10;&#10;Descrição gerada automaticamente">
            <a:extLst>
              <a:ext uri="{FF2B5EF4-FFF2-40B4-BE49-F238E27FC236}">
                <a16:creationId xmlns:a16="http://schemas.microsoft.com/office/drawing/2014/main" id="{AAA1C527-AD45-29B4-32F2-1B1E77DABF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642" y="3848038"/>
            <a:ext cx="2274876" cy="253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32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3457</TotalTime>
  <Words>1016</Words>
  <Application>Microsoft Office PowerPoint</Application>
  <PresentationFormat>Widescreen</PresentationFormat>
  <Paragraphs>112</Paragraphs>
  <Slides>19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9" baseType="lpstr">
      <vt:lpstr>Aileron Bold</vt:lpstr>
      <vt:lpstr>Amasis MT Pro Light</vt:lpstr>
      <vt:lpstr>Arial</vt:lpstr>
      <vt:lpstr>Arial Black</vt:lpstr>
      <vt:lpstr>Barlow</vt:lpstr>
      <vt:lpstr>Calibri</vt:lpstr>
      <vt:lpstr>Calibri Light</vt:lpstr>
      <vt:lpstr>Montserrat Black</vt:lpstr>
      <vt:lpstr>Sommet Rounded Bold</vt:lpstr>
      <vt:lpstr>Tema do Office</vt:lpstr>
      <vt:lpstr>Apresentação do PowerPoint</vt:lpstr>
      <vt:lpstr>Apresentação do PowerPoint</vt:lpstr>
      <vt:lpstr>Apresentação do PowerPoint</vt:lpstr>
      <vt:lpstr>Quem somos?</vt:lpstr>
      <vt:lpstr>Soluções essenciais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Soluções Estratégicas</vt:lpstr>
      <vt:lpstr>Apresentação do PowerPoint</vt:lpstr>
      <vt:lpstr>Apresentação do PowerPoint</vt:lpstr>
      <vt:lpstr>Apresentação do PowerPoint</vt:lpstr>
      <vt:lpstr>Soluções tudo em um só lugar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Conta da Microsoft</dc:creator>
  <cp:lastModifiedBy>Sabrina Ferreira</cp:lastModifiedBy>
  <cp:revision>30</cp:revision>
  <dcterms:created xsi:type="dcterms:W3CDTF">2021-11-18T13:43:18Z</dcterms:created>
  <dcterms:modified xsi:type="dcterms:W3CDTF">2026-09-16T17:09:59Z</dcterms:modified>
</cp:coreProperties>
</file>